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type="screen4x3" cy="6858000" cx="9144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ableStyles" Target="tableStyles.xml"/><Relationship Id="rId20" Type="http://schemas.openxmlformats.org/officeDocument/2006/relationships/presProps" Target="presProps.xml"/><Relationship Id="rId21" Type="http://schemas.openxmlformats.org/officeDocument/2006/relationships/viewProps" Target="viewProp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56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zh-CN" lang="en-US" smtClean="0"/>
              <a:t>Click to edit Master subtitle style</a:t>
            </a:r>
            <a:endParaRPr dirty="0"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1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38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/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4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4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4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4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4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99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00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0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02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03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04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5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91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9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1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49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50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5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5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5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27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altLang="zh-CN" lang="en-US" smtClean="0"/>
              <a:t>Click icon to add picture</a:t>
            </a:r>
            <a:endParaRPr dirty="0" lang="en-US"/>
          </a:p>
        </p:txBody>
      </p:sp>
      <p:sp>
        <p:nvSpPr>
          <p:cNvPr id="1048628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zh-CN" lang="en-US" smtClean="0"/>
              <a:t>Click to edit Master text styles</a:t>
            </a:r>
          </a:p>
        </p:txBody>
      </p:sp>
      <p:sp>
        <p:nvSpPr>
          <p:cNvPr id="10486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3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3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62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62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0BC1078-46ED-40F9-8930-935BAD7C2B02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2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B52ADC-5BFA-4FBD-BEE2-16096B7F416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zh-CN" lang="en-US" smtClean="0"/>
              <a:t>Click to edit Master title style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zh-CN" lang="en-US" smtClean="0"/>
              <a:t>Click to edit Master text styles</a:t>
            </a:r>
          </a:p>
          <a:p>
            <a:pPr lvl="1"/>
            <a:r>
              <a:rPr altLang="zh-CN" lang="en-US" smtClean="0"/>
              <a:t>Second level</a:t>
            </a:r>
          </a:p>
          <a:p>
            <a:pPr lvl="2"/>
            <a:r>
              <a:rPr altLang="zh-CN" lang="en-US" smtClean="0"/>
              <a:t>Third level</a:t>
            </a:r>
          </a:p>
          <a:p>
            <a:pPr lvl="3"/>
            <a:r>
              <a:rPr altLang="zh-CN" lang="en-US" smtClean="0"/>
              <a:t>Fourth level</a:t>
            </a:r>
          </a:p>
          <a:p>
            <a:pPr lvl="4"/>
            <a:r>
              <a:rPr altLang="zh-CN" lang="en-US" smtClean="0"/>
              <a:t>Fifth level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C1078-46ED-40F9-8930-935BAD7C2B02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52ADC-5BFA-4FBD-BEE2-16096B7F4166}" type="slidenum">
              <a:rPr altLang="en-US" lang="zh-CN" smtClean="0"/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"/>
          <p:cNvSpPr>
            <a:spLocks noGrp="1"/>
          </p:cNvSpPr>
          <p:nvPr>
            <p:ph type="ctrTitle"/>
          </p:nvPr>
        </p:nvSpPr>
        <p:spPr>
          <a:solidFill>
            <a:srgbClr val="00B0F0"/>
          </a:solidFill>
        </p:spPr>
        <p:txBody>
          <a:bodyPr/>
          <a:p>
            <a:r>
              <a:rPr lang="en-US"/>
              <a:t>A</a:t>
            </a:r>
            <a:r>
              <a:rPr lang="en-US"/>
              <a:t>L</a:t>
            </a:r>
            <a:r>
              <a:rPr lang="en-US"/>
              <a:t>L</a:t>
            </a:r>
            <a:r>
              <a:rPr lang="en-US"/>
              <a:t>A</a:t>
            </a:r>
            <a:r>
              <a:rPr lang="en-US"/>
              <a:t>N</a:t>
            </a:r>
            <a:r>
              <a:rPr lang="en-US"/>
              <a:t> </a:t>
            </a:r>
            <a:r>
              <a:rPr lang="en-US"/>
              <a:t>W</a:t>
            </a:r>
            <a:r>
              <a:rPr lang="en-US"/>
              <a:t>H</a:t>
            </a:r>
            <a:r>
              <a:rPr lang="en-US"/>
              <a:t>I</a:t>
            </a:r>
            <a:r>
              <a:rPr lang="en-US"/>
              <a:t>T</a:t>
            </a:r>
            <a:r>
              <a:rPr lang="en-US"/>
              <a:t>E</a:t>
            </a:r>
            <a:endParaRPr lang="en-US"/>
          </a:p>
        </p:txBody>
      </p:sp>
      <p:sp>
        <p:nvSpPr>
          <p:cNvPr id="1048587" name="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1667" lnSpcReduction="20000"/>
          </a:bodyPr>
          <a:p>
            <a:endParaRPr lang="en-US"/>
          </a:p>
          <a:p>
            <a:r>
              <a:rPr b="1" sz="4200" lang="en-US"/>
              <a:t>K</a:t>
            </a:r>
            <a:r>
              <a:rPr b="1" sz="4200" lang="en-US"/>
              <a:t>h</a:t>
            </a:r>
            <a:r>
              <a:rPr b="1" sz="4200" lang="en-US"/>
              <a:t>r</a:t>
            </a:r>
            <a:r>
              <a:rPr b="1" sz="4200" lang="en-US"/>
              <a:t>i</a:t>
            </a:r>
            <a:r>
              <a:rPr b="1" sz="4200" lang="en-US"/>
              <a:t>s</a:t>
            </a:r>
            <a:r>
              <a:rPr b="1" sz="4200" lang="en-US"/>
              <a:t>t</a:t>
            </a:r>
            <a:r>
              <a:rPr b="1" sz="4200" lang="en-US"/>
              <a:t>u</a:t>
            </a:r>
            <a:r>
              <a:rPr b="1" sz="4200" lang="en-US"/>
              <a:t> </a:t>
            </a:r>
            <a:r>
              <a:rPr b="1" sz="4200" lang="en-US"/>
              <a:t>m</a:t>
            </a:r>
            <a:r>
              <a:rPr b="1" sz="4200" lang="en-US"/>
              <a:t>u</a:t>
            </a:r>
            <a:r>
              <a:rPr b="1" sz="4200" lang="en-US"/>
              <a:t>n</a:t>
            </a:r>
            <a:r>
              <a:rPr b="1" sz="4200" lang="en-US"/>
              <a:t>y</a:t>
            </a:r>
            <a:r>
              <a:rPr b="1" sz="4200" lang="en-US"/>
              <a:t>i</a:t>
            </a:r>
            <a:r>
              <a:rPr b="1" sz="4200" lang="en-US"/>
              <a:t>m</a:t>
            </a:r>
            <a:r>
              <a:rPr b="1" sz="4200" lang="en-US"/>
              <a:t>b</a:t>
            </a:r>
            <a:r>
              <a:rPr b="1" sz="4200" lang="en-US"/>
              <a:t>o</a:t>
            </a:r>
            <a:r>
              <a:rPr b="1" sz="4200" lang="en-US"/>
              <a:t> </a:t>
            </a:r>
            <a:r>
              <a:rPr b="1" sz="4200" lang="en-US"/>
              <a:t>#</a:t>
            </a:r>
            <a:r>
              <a:rPr b="1" sz="4200" lang="en-US"/>
              <a:t> </a:t>
            </a:r>
            <a:r>
              <a:rPr b="1" sz="4200" lang="en-US"/>
              <a:t>1</a:t>
            </a:r>
            <a:r>
              <a:rPr b="1" sz="4200" lang="en-US"/>
              <a:t>5</a:t>
            </a:r>
            <a:r>
              <a:rPr b="1" sz="4200" lang="en-US"/>
              <a:t>4</a:t>
            </a:r>
            <a:r>
              <a:rPr b="1" sz="4200" lang="en-US"/>
              <a:t>.</a:t>
            </a:r>
            <a:endParaRPr lang="en-US"/>
          </a:p>
          <a:p>
            <a:r>
              <a:rPr b="1" sz="4200" lang="en-US"/>
              <a:t>M</a:t>
            </a:r>
            <a:r>
              <a:rPr b="1" sz="4200" lang="en-US"/>
              <a:t>l</a:t>
            </a:r>
            <a:r>
              <a:rPr b="1" sz="4200" lang="en-US"/>
              <a:t>o</a:t>
            </a:r>
            <a:r>
              <a:rPr b="1" sz="4200" lang="en-US"/>
              <a:t>n</a:t>
            </a:r>
            <a:r>
              <a:rPr b="1" sz="4200" lang="en-US"/>
              <a:t>d</a:t>
            </a:r>
            <a:r>
              <a:rPr b="1" sz="4200" lang="en-US"/>
              <a:t>a</a:t>
            </a:r>
            <a:r>
              <a:rPr b="1" sz="4200" lang="en-US"/>
              <a:t> </a:t>
            </a:r>
            <a:r>
              <a:rPr b="1" sz="4200" lang="en-US"/>
              <a:t>,</a:t>
            </a:r>
            <a:r>
              <a:rPr b="1" sz="4200" lang="en-US"/>
              <a:t>T</a:t>
            </a:r>
            <a:r>
              <a:rPr b="1" sz="4200" lang="en-US"/>
              <a:t>a</a:t>
            </a:r>
            <a:r>
              <a:rPr b="1" sz="4200" lang="en-US"/>
              <a:t>n</a:t>
            </a:r>
            <a:r>
              <a:rPr b="1" sz="4200" lang="en-US"/>
              <a:t>d</a:t>
            </a:r>
            <a:r>
              <a:rPr b="1" sz="4200" lang="en-US"/>
              <a:t>i</a:t>
            </a:r>
            <a:r>
              <a:rPr b="1" sz="4200" lang="en-US"/>
              <a:t>u</a:t>
            </a:r>
            <a:r>
              <a:rPr b="1" sz="4200" lang="en-US"/>
              <a:t>z</a:t>
            </a:r>
            <a:r>
              <a:rPr b="1" sz="4200" lang="en-US"/>
              <a:t>e</a:t>
            </a:r>
            <a:r>
              <a:rPr b="1" sz="4200" lang="en-US"/>
              <a:t> </a:t>
            </a:r>
            <a:r>
              <a:rPr b="1" sz="4200" lang="en-US"/>
              <a:t>I</a:t>
            </a:r>
            <a:r>
              <a:rPr b="1" sz="4200" lang="en-US"/>
              <a:t>n</a:t>
            </a:r>
            <a:r>
              <a:rPr b="1" sz="4200" lang="en-US"/>
              <a:t>e</a:t>
            </a:r>
            <a:r>
              <a:rPr b="1" sz="4200" lang="en-US"/>
              <a:t> 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b="1" sz="8200" lang="en-US"/>
              <a:t>E</a:t>
            </a:r>
            <a:r>
              <a:rPr b="1" sz="8200" lang="en-US"/>
              <a:t>N</a:t>
            </a:r>
            <a:r>
              <a:rPr b="1" sz="8200" lang="en-US"/>
              <a:t>JOY </a:t>
            </a:r>
            <a:r>
              <a:rPr b="1" sz="8200" lang="en-US"/>
              <a:t>YOUR </a:t>
            </a:r>
            <a:r>
              <a:rPr b="1" sz="8200" lang="en-US"/>
              <a:t>H</a:t>
            </a:r>
            <a:r>
              <a:rPr b="1" sz="8200" lang="en-US"/>
              <a:t>E</a:t>
            </a:r>
            <a:r>
              <a:rPr b="1" sz="8200" lang="en-US"/>
              <a:t>A</a:t>
            </a:r>
            <a:r>
              <a:rPr b="1" sz="8200" lang="en-US"/>
              <a:t>L</a:t>
            </a:r>
            <a:r>
              <a:rPr b="1" sz="8200" lang="en-US"/>
              <a:t>T</a:t>
            </a:r>
            <a:r>
              <a:rPr b="1" sz="8200" lang="en-US"/>
              <a:t>H</a:t>
            </a:r>
            <a:r>
              <a:rPr b="1" sz="8200" lang="en-US"/>
              <a:t>.</a:t>
            </a:r>
            <a:endParaRPr lang="en-US"/>
          </a:p>
        </p:txBody>
      </p:sp>
      <p:sp>
        <p:nvSpPr>
          <p:cNvPr id="1048589" name="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  <a:p>
            <a:r>
              <a:rPr b="1" sz="3200" lang="en-US">
                <a:solidFill>
                  <a:srgbClr val="800000"/>
                </a:solidFill>
              </a:rPr>
              <a:t>T</a:t>
            </a:r>
            <a:r>
              <a:rPr b="1" sz="3200" lang="en-US">
                <a:solidFill>
                  <a:srgbClr val="800000"/>
                </a:solidFill>
              </a:rPr>
              <a:t>i</a:t>
            </a:r>
            <a:r>
              <a:rPr b="1" sz="3200" lang="en-US">
                <a:solidFill>
                  <a:srgbClr val="800000"/>
                </a:solidFill>
              </a:rPr>
              <a:t>m</a:t>
            </a:r>
            <a:r>
              <a:rPr b="1" sz="3200" lang="en-US">
                <a:solidFill>
                  <a:srgbClr val="800000"/>
                </a:solidFill>
              </a:rPr>
              <a:t>e</a:t>
            </a:r>
            <a:r>
              <a:rPr b="1" sz="3200" lang="en-US">
                <a:solidFill>
                  <a:srgbClr val="800000"/>
                </a:solidFill>
              </a:rPr>
              <a:t> </a:t>
            </a:r>
            <a:r>
              <a:rPr b="1" sz="3200" lang="en-US">
                <a:solidFill>
                  <a:srgbClr val="800000"/>
                </a:solidFill>
              </a:rPr>
              <a:t>t</a:t>
            </a:r>
            <a:r>
              <a:rPr b="1" sz="3200" lang="en-US">
                <a:solidFill>
                  <a:srgbClr val="800000"/>
                </a:solidFill>
              </a:rPr>
              <a:t>o</a:t>
            </a:r>
            <a:r>
              <a:rPr b="1" sz="3200" lang="en-US">
                <a:solidFill>
                  <a:srgbClr val="800000"/>
                </a:solidFill>
              </a:rPr>
              <a:t> </a:t>
            </a:r>
            <a:r>
              <a:rPr b="1" sz="3200" lang="en-US">
                <a:solidFill>
                  <a:srgbClr val="800000"/>
                </a:solidFill>
              </a:rPr>
              <a:t>w</a:t>
            </a:r>
            <a:r>
              <a:rPr b="1" sz="3200" lang="en-US">
                <a:solidFill>
                  <a:srgbClr val="800000"/>
                </a:solidFill>
              </a:rPr>
              <a:t>a</a:t>
            </a:r>
            <a:r>
              <a:rPr b="1" sz="3200" lang="en-US">
                <a:solidFill>
                  <a:srgbClr val="800000"/>
                </a:solidFill>
              </a:rPr>
              <a:t>k</a:t>
            </a:r>
            <a:r>
              <a:rPr b="1" sz="3200" lang="en-US">
                <a:solidFill>
                  <a:srgbClr val="800000"/>
                </a:solidFill>
              </a:rPr>
              <a:t>e</a:t>
            </a:r>
            <a:r>
              <a:rPr b="1" sz="3200" lang="en-US">
                <a:solidFill>
                  <a:srgbClr val="800000"/>
                </a:solidFill>
              </a:rPr>
              <a:t> </a:t>
            </a:r>
            <a:r>
              <a:rPr b="1" sz="3200" lang="en-US">
                <a:solidFill>
                  <a:srgbClr val="800000"/>
                </a:solidFill>
              </a:rPr>
              <a:t>u</a:t>
            </a:r>
            <a:r>
              <a:rPr b="1" sz="3200" lang="en-US">
                <a:solidFill>
                  <a:srgbClr val="800000"/>
                </a:solidFill>
              </a:rPr>
              <a:t>p</a:t>
            </a:r>
            <a:r>
              <a:rPr b="1" sz="3200" lang="en-US">
                <a:solidFill>
                  <a:srgbClr val="800000"/>
                </a:solidFill>
              </a:rPr>
              <a:t> </a:t>
            </a:r>
            <a:r>
              <a:rPr b="1" sz="3200" lang="en-US">
                <a:solidFill>
                  <a:srgbClr val="800000"/>
                </a:solidFill>
              </a:rPr>
              <a:t>!</a:t>
            </a:r>
            <a:r>
              <a:rPr b="1" sz="3200" lang="en-US">
                <a:solidFill>
                  <a:srgbClr val="800000"/>
                </a:solidFill>
              </a:rPr>
              <a:t>!</a:t>
            </a:r>
            <a:r>
              <a:rPr b="1" sz="3200" lang="en-US">
                <a:solidFill>
                  <a:srgbClr val="800000"/>
                </a:solidFill>
              </a:rPr>
              <a:t>!</a:t>
            </a:r>
            <a:endParaRPr lang="en-US"/>
          </a:p>
          <a:p>
            <a:r>
              <a:rPr b="1" sz="3200" lang="en-US">
                <a:solidFill>
                  <a:srgbClr val="800000"/>
                </a:solidFill>
              </a:rPr>
              <a:t>G</a:t>
            </a:r>
            <a:r>
              <a:rPr b="1" sz="3200" lang="en-US">
                <a:solidFill>
                  <a:srgbClr val="800000"/>
                </a:solidFill>
              </a:rPr>
              <a:t>o</a:t>
            </a:r>
            <a:r>
              <a:rPr b="1" sz="3200" lang="en-US">
                <a:solidFill>
                  <a:srgbClr val="800000"/>
                </a:solidFill>
              </a:rPr>
              <a:t>d</a:t>
            </a:r>
            <a:r>
              <a:rPr b="1" sz="3200" lang="en-US">
                <a:solidFill>
                  <a:srgbClr val="800000"/>
                </a:solidFill>
              </a:rPr>
              <a:t>'</a:t>
            </a:r>
            <a:r>
              <a:rPr b="1" sz="3200" lang="en-US">
                <a:solidFill>
                  <a:srgbClr val="800000"/>
                </a:solidFill>
              </a:rPr>
              <a:t>s </a:t>
            </a:r>
            <a:r>
              <a:rPr b="1" sz="3200" lang="en-US">
                <a:solidFill>
                  <a:srgbClr val="800000"/>
                </a:solidFill>
              </a:rPr>
              <a:t>f</a:t>
            </a:r>
            <a:r>
              <a:rPr b="1" sz="3200" lang="en-US">
                <a:solidFill>
                  <a:srgbClr val="800000"/>
                </a:solidFill>
              </a:rPr>
              <a:t>i</a:t>
            </a:r>
            <a:r>
              <a:rPr b="1" sz="3200" lang="en-US">
                <a:solidFill>
                  <a:srgbClr val="800000"/>
                </a:solidFill>
              </a:rPr>
              <a:t>n</a:t>
            </a:r>
            <a:r>
              <a:rPr b="1" sz="3200" lang="en-US">
                <a:solidFill>
                  <a:srgbClr val="800000"/>
                </a:solidFill>
              </a:rPr>
              <a:t>a</a:t>
            </a:r>
            <a:r>
              <a:rPr b="1" sz="3200" lang="en-US">
                <a:solidFill>
                  <a:srgbClr val="800000"/>
                </a:solidFill>
              </a:rPr>
              <a:t>l</a:t>
            </a:r>
            <a:r>
              <a:rPr b="1" sz="3200" lang="en-US">
                <a:solidFill>
                  <a:srgbClr val="800000"/>
                </a:solidFill>
              </a:rPr>
              <a:t> </a:t>
            </a:r>
            <a:r>
              <a:rPr b="1" sz="3200" lang="en-US">
                <a:solidFill>
                  <a:srgbClr val="800000"/>
                </a:solidFill>
              </a:rPr>
              <a:t>c</a:t>
            </a:r>
            <a:r>
              <a:rPr b="1" sz="3200" lang="en-US">
                <a:solidFill>
                  <a:srgbClr val="800000"/>
                </a:solidFill>
              </a:rPr>
              <a:t>a</a:t>
            </a:r>
            <a:r>
              <a:rPr b="1" sz="3200" lang="en-US">
                <a:solidFill>
                  <a:srgbClr val="800000"/>
                </a:solidFill>
              </a:rPr>
              <a:t>l</a:t>
            </a:r>
            <a:r>
              <a:rPr b="1" sz="3200" lang="en-US">
                <a:solidFill>
                  <a:srgbClr val="800000"/>
                </a:solidFill>
              </a:rPr>
              <a:t>l</a:t>
            </a:r>
            <a:r>
              <a:rPr b="1" sz="3200" lang="en-US">
                <a:solidFill>
                  <a:srgbClr val="800000"/>
                </a:solidFill>
              </a:rPr>
              <a:t>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"/>
          <p:cNvSpPr>
            <a:spLocks noGrp="1"/>
          </p:cNvSpPr>
          <p:nvPr>
            <p:ph type="title"/>
          </p:nvPr>
        </p:nvSpPr>
        <p:spPr>
          <a:xfrm>
            <a:off x="628649" y="3686933"/>
            <a:ext cx="7886700" cy="1325563"/>
          </a:xfrm>
          <a:prstGeom prst="rect"/>
        </p:spPr>
        <p:txBody>
          <a:bodyPr anchor="ctr" bIns="45720" lIns="91440" rIns="91440" rtlCol="0" tIns="45720" vert="horz">
            <a:normAutofit fontScale="90000"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lang="en-US">
                <a:solidFill>
                  <a:srgbClr val="800000"/>
                </a:solidFill>
              </a:rPr>
              <a:t>1</a:t>
            </a:r>
            <a:r>
              <a:rPr b="1" lang="en-US">
                <a:solidFill>
                  <a:srgbClr val="800000"/>
                </a:solidFill>
              </a:rPr>
              <a:t> </a:t>
            </a:r>
            <a:r>
              <a:rPr b="1" lang="en-US">
                <a:solidFill>
                  <a:srgbClr val="800000"/>
                </a:solidFill>
              </a:rPr>
              <a:t>T</a:t>
            </a:r>
            <a:r>
              <a:rPr b="1" lang="en-US">
                <a:solidFill>
                  <a:srgbClr val="800000"/>
                </a:solidFill>
              </a:rPr>
              <a:t>h</a:t>
            </a:r>
            <a:r>
              <a:rPr b="1" lang="en-US">
                <a:solidFill>
                  <a:srgbClr val="800000"/>
                </a:solidFill>
              </a:rPr>
              <a:t>e</a:t>
            </a:r>
            <a:r>
              <a:rPr b="1" lang="en-US">
                <a:solidFill>
                  <a:srgbClr val="800000"/>
                </a:solidFill>
              </a:rPr>
              <a:t>s</a:t>
            </a:r>
            <a:r>
              <a:rPr b="1" lang="en-US">
                <a:solidFill>
                  <a:srgbClr val="800000"/>
                </a:solidFill>
              </a:rPr>
              <a:t>s</a:t>
            </a:r>
            <a:r>
              <a:rPr b="1" lang="en-US">
                <a:solidFill>
                  <a:srgbClr val="800000"/>
                </a:solidFill>
              </a:rPr>
              <a:t>a</a:t>
            </a:r>
            <a:r>
              <a:rPr b="1" lang="en-US">
                <a:solidFill>
                  <a:srgbClr val="800000"/>
                </a:solidFill>
              </a:rPr>
              <a:t>lonians </a:t>
            </a:r>
            <a:r>
              <a:rPr b="1" lang="en-US">
                <a:solidFill>
                  <a:srgbClr val="800000"/>
                </a:solidFill>
              </a:rPr>
              <a:t>5</a:t>
            </a:r>
            <a:r>
              <a:rPr b="1" lang="en-US">
                <a:solidFill>
                  <a:srgbClr val="800000"/>
                </a:solidFill>
              </a:rPr>
              <a:t>:</a:t>
            </a:r>
            <a:r>
              <a:rPr b="1" lang="en-US">
                <a:solidFill>
                  <a:srgbClr val="800000"/>
                </a:solidFill>
              </a:rPr>
              <a:t>9</a:t>
            </a:r>
            <a:r>
              <a:rPr b="1" lang="en-US">
                <a:solidFill>
                  <a:srgbClr val="800000"/>
                </a:solidFill>
              </a:rPr>
              <a:t> </a:t>
            </a:r>
            <a:r>
              <a:rPr b="1" lang="en-US">
                <a:solidFill>
                  <a:srgbClr val="800000"/>
                </a:solidFill>
              </a:rPr>
              <a:t>(</a:t>
            </a:r>
            <a:r>
              <a:rPr b="1" lang="en-US">
                <a:solidFill>
                  <a:srgbClr val="800000"/>
                </a:solidFill>
              </a:rPr>
              <a:t> </a:t>
            </a:r>
            <a:r>
              <a:rPr b="1" lang="en-US">
                <a:solidFill>
                  <a:srgbClr val="800000"/>
                </a:solidFill>
              </a:rPr>
              <a:t>N</a:t>
            </a:r>
            <a:r>
              <a:rPr b="1" lang="en-US">
                <a:solidFill>
                  <a:srgbClr val="800000"/>
                </a:solidFill>
              </a:rPr>
              <a:t>K</a:t>
            </a:r>
            <a:r>
              <a:rPr b="1" lang="en-US">
                <a:solidFill>
                  <a:srgbClr val="800000"/>
                </a:solidFill>
              </a:rPr>
              <a:t>J</a:t>
            </a:r>
            <a:r>
              <a:rPr b="1" lang="en-US">
                <a:solidFill>
                  <a:srgbClr val="800000"/>
                </a:solidFill>
              </a:rPr>
              <a:t>V</a:t>
            </a:r>
            <a:r>
              <a:rPr b="1" lang="en-US">
                <a:solidFill>
                  <a:srgbClr val="800000"/>
                </a:solidFill>
              </a:rPr>
              <a:t>)</a:t>
            </a:r>
            <a:br>
              <a:rPr b="1" lang="en-US">
                <a:solidFill>
                  <a:srgbClr val="800000"/>
                </a:solidFill>
              </a:rPr>
            </a:br>
            <a:br>
              <a:rPr b="1" lang="en-US">
                <a:solidFill>
                  <a:srgbClr val="800000"/>
                </a:solidFill>
              </a:rPr>
            </a:br>
            <a:r>
              <a:rPr b="1" sz="4666" lang="en-US">
                <a:solidFill>
                  <a:srgbClr val="000000"/>
                </a:solidFill>
              </a:rPr>
              <a:t>'</a:t>
            </a:r>
            <a:r>
              <a:rPr b="1" sz="4666" lang="en-US">
                <a:solidFill>
                  <a:srgbClr val="000000"/>
                </a:solidFill>
              </a:rPr>
              <a:t>'</a:t>
            </a:r>
            <a:r>
              <a:rPr b="1" sz="4666" lang="en-US">
                <a:solidFill>
                  <a:srgbClr val="000000"/>
                </a:solidFill>
              </a:rPr>
              <a:t> </a:t>
            </a:r>
            <a:r>
              <a:rPr b="1" sz="4666" lang="en-US">
                <a:solidFill>
                  <a:srgbClr val="000000"/>
                </a:solidFill>
              </a:rPr>
              <a:t>f</a:t>
            </a:r>
            <a:r>
              <a:rPr b="1" sz="4666" lang="en-US">
                <a:solidFill>
                  <a:srgbClr val="000000"/>
                </a:solidFill>
              </a:rPr>
              <a:t>o</a:t>
            </a:r>
            <a:r>
              <a:rPr b="1" sz="4666" lang="en-US">
                <a:solidFill>
                  <a:srgbClr val="000000"/>
                </a:solidFill>
              </a:rPr>
              <a:t>r</a:t>
            </a:r>
            <a:r>
              <a:rPr b="1" sz="4666" lang="en-US">
                <a:solidFill>
                  <a:srgbClr val="000000"/>
                </a:solidFill>
              </a:rPr>
              <a:t> </a:t>
            </a:r>
            <a:r>
              <a:rPr b="1" sz="4666" lang="en-US">
                <a:solidFill>
                  <a:srgbClr val="000000"/>
                </a:solidFill>
              </a:rPr>
              <a:t>G</a:t>
            </a:r>
            <a:r>
              <a:rPr b="1" sz="4666" lang="en-US">
                <a:solidFill>
                  <a:srgbClr val="000000"/>
                </a:solidFill>
              </a:rPr>
              <a:t>o</a:t>
            </a:r>
            <a:r>
              <a:rPr b="1" sz="4666" lang="en-US">
                <a:solidFill>
                  <a:srgbClr val="000000"/>
                </a:solidFill>
              </a:rPr>
              <a:t>d</a:t>
            </a:r>
            <a:r>
              <a:rPr b="1" sz="4666" lang="en-US">
                <a:solidFill>
                  <a:srgbClr val="000000"/>
                </a:solidFill>
              </a:rPr>
              <a:t> </a:t>
            </a:r>
            <a:r>
              <a:rPr b="1" sz="4666" lang="en-US">
                <a:solidFill>
                  <a:srgbClr val="000000"/>
                </a:solidFill>
              </a:rPr>
              <a:t>did not</a:t>
            </a:r>
            <a:r>
              <a:rPr b="1" sz="4666" lang="en-US">
                <a:solidFill>
                  <a:srgbClr val="000000"/>
                </a:solidFill>
              </a:rPr>
              <a:t> </a:t>
            </a:r>
            <a:r>
              <a:rPr b="1" sz="4666" lang="en-US">
                <a:solidFill>
                  <a:srgbClr val="000000"/>
                </a:solidFill>
              </a:rPr>
              <a:t>a</a:t>
            </a:r>
            <a:r>
              <a:rPr b="1" sz="4666" lang="en-US">
                <a:solidFill>
                  <a:srgbClr val="000000"/>
                </a:solidFill>
              </a:rPr>
              <a:t>p</a:t>
            </a:r>
            <a:r>
              <a:rPr b="1" sz="4666" lang="en-US">
                <a:solidFill>
                  <a:srgbClr val="000000"/>
                </a:solidFill>
              </a:rPr>
              <a:t>p</a:t>
            </a:r>
            <a:r>
              <a:rPr b="1" sz="4666" lang="en-US">
                <a:solidFill>
                  <a:srgbClr val="000000"/>
                </a:solidFill>
              </a:rPr>
              <a:t>o</a:t>
            </a:r>
            <a:r>
              <a:rPr b="1" sz="4666" lang="en-US">
                <a:solidFill>
                  <a:srgbClr val="000000"/>
                </a:solidFill>
              </a:rPr>
              <a:t>i</a:t>
            </a:r>
            <a:r>
              <a:rPr b="1" sz="4666" lang="en-US">
                <a:solidFill>
                  <a:srgbClr val="000000"/>
                </a:solidFill>
              </a:rPr>
              <a:t>n</a:t>
            </a:r>
            <a:r>
              <a:rPr b="1" sz="4666" lang="en-US">
                <a:solidFill>
                  <a:srgbClr val="000000"/>
                </a:solidFill>
              </a:rPr>
              <a:t>t</a:t>
            </a:r>
            <a:r>
              <a:rPr b="1" sz="4666" lang="en-US">
                <a:solidFill>
                  <a:srgbClr val="000000"/>
                </a:solidFill>
              </a:rPr>
              <a:t> </a:t>
            </a:r>
            <a:r>
              <a:rPr b="1" sz="4666" lang="en-US">
                <a:solidFill>
                  <a:srgbClr val="000000"/>
                </a:solidFill>
              </a:rPr>
              <a:t>u</a:t>
            </a:r>
            <a:r>
              <a:rPr b="1" sz="4666" lang="en-US">
                <a:solidFill>
                  <a:srgbClr val="000000"/>
                </a:solidFill>
              </a:rPr>
              <a:t>s</a:t>
            </a:r>
            <a:r>
              <a:rPr b="1" sz="4666" lang="en-US">
                <a:solidFill>
                  <a:srgbClr val="000000"/>
                </a:solidFill>
              </a:rPr>
              <a:t> </a:t>
            </a:r>
            <a:r>
              <a:rPr b="1" sz="4666" lang="en-US">
                <a:solidFill>
                  <a:srgbClr val="000000"/>
                </a:solidFill>
              </a:rPr>
              <a:t>to wrath</a:t>
            </a:r>
            <a:r>
              <a:rPr b="1" sz="4666" lang="en-US">
                <a:solidFill>
                  <a:srgbClr val="000000"/>
                </a:solidFill>
              </a:rPr>
              <a:t>,</a:t>
            </a:r>
            <a:r>
              <a:rPr b="1" sz="4666" lang="en-US">
                <a:solidFill>
                  <a:srgbClr val="000000"/>
                </a:solidFill>
              </a:rPr>
              <a:t>b</a:t>
            </a:r>
            <a:r>
              <a:rPr b="1" sz="4666" lang="en-US">
                <a:solidFill>
                  <a:srgbClr val="000000"/>
                </a:solidFill>
              </a:rPr>
              <a:t>u</a:t>
            </a:r>
            <a:r>
              <a:rPr b="1" sz="4666" lang="en-US">
                <a:solidFill>
                  <a:srgbClr val="000000"/>
                </a:solidFill>
              </a:rPr>
              <a:t>t</a:t>
            </a:r>
            <a:r>
              <a:rPr b="1" sz="4666" lang="en-US">
                <a:solidFill>
                  <a:srgbClr val="000000"/>
                </a:solidFill>
              </a:rPr>
              <a:t> </a:t>
            </a:r>
            <a:r>
              <a:rPr b="1" sz="4666" lang="en-US">
                <a:solidFill>
                  <a:srgbClr val="000000"/>
                </a:solidFill>
              </a:rPr>
              <a:t>t</a:t>
            </a:r>
            <a:r>
              <a:rPr b="1" sz="4666" lang="en-US">
                <a:solidFill>
                  <a:srgbClr val="000000"/>
                </a:solidFill>
              </a:rPr>
              <a:t>o</a:t>
            </a:r>
            <a:r>
              <a:rPr b="1" sz="4666" lang="en-US">
                <a:solidFill>
                  <a:srgbClr val="000000"/>
                </a:solidFill>
              </a:rPr>
              <a:t> </a:t>
            </a:r>
            <a:r>
              <a:rPr b="1" sz="4666" lang="en-US">
                <a:solidFill>
                  <a:srgbClr val="000000"/>
                </a:solidFill>
              </a:rPr>
              <a:t>o</a:t>
            </a:r>
            <a:r>
              <a:rPr b="1" sz="4666" lang="en-US">
                <a:solidFill>
                  <a:srgbClr val="000000"/>
                </a:solidFill>
              </a:rPr>
              <a:t>b</a:t>
            </a:r>
            <a:r>
              <a:rPr b="1" sz="4666" lang="en-US">
                <a:solidFill>
                  <a:srgbClr val="000000"/>
                </a:solidFill>
              </a:rPr>
              <a:t>t</a:t>
            </a:r>
            <a:r>
              <a:rPr b="1" sz="4666" lang="en-US">
                <a:solidFill>
                  <a:srgbClr val="000000"/>
                </a:solidFill>
              </a:rPr>
              <a:t>a</a:t>
            </a:r>
            <a:r>
              <a:rPr b="1" sz="4666" lang="en-US">
                <a:solidFill>
                  <a:srgbClr val="000000"/>
                </a:solidFill>
              </a:rPr>
              <a:t>i</a:t>
            </a:r>
            <a:r>
              <a:rPr b="1" sz="4666" lang="en-US">
                <a:solidFill>
                  <a:srgbClr val="000000"/>
                </a:solidFill>
              </a:rPr>
              <a:t>n</a:t>
            </a:r>
            <a:r>
              <a:rPr b="1" sz="4666" lang="en-US">
                <a:solidFill>
                  <a:srgbClr val="000000"/>
                </a:solidFill>
              </a:rPr>
              <a:t> </a:t>
            </a:r>
            <a:r>
              <a:rPr b="1" sz="4666" lang="en-US">
                <a:solidFill>
                  <a:srgbClr val="000000"/>
                </a:solidFill>
              </a:rPr>
              <a:t>s</a:t>
            </a:r>
            <a:r>
              <a:rPr b="1" sz="4666" lang="en-US">
                <a:solidFill>
                  <a:srgbClr val="000000"/>
                </a:solidFill>
              </a:rPr>
              <a:t>a</a:t>
            </a:r>
            <a:r>
              <a:rPr b="1" sz="4666" lang="en-US">
                <a:solidFill>
                  <a:srgbClr val="000000"/>
                </a:solidFill>
              </a:rPr>
              <a:t>l</a:t>
            </a:r>
            <a:r>
              <a:rPr b="1" sz="4666" lang="en-US">
                <a:solidFill>
                  <a:srgbClr val="000000"/>
                </a:solidFill>
              </a:rPr>
              <a:t>v</a:t>
            </a:r>
            <a:r>
              <a:rPr b="1" sz="4666" lang="en-US">
                <a:solidFill>
                  <a:srgbClr val="000000"/>
                </a:solidFill>
              </a:rPr>
              <a:t>a</a:t>
            </a:r>
            <a:r>
              <a:rPr b="1" sz="4666" lang="en-US">
                <a:solidFill>
                  <a:srgbClr val="000000"/>
                </a:solidFill>
              </a:rPr>
              <a:t>t</a:t>
            </a:r>
            <a:r>
              <a:rPr b="1" sz="4666" lang="en-US">
                <a:solidFill>
                  <a:srgbClr val="000000"/>
                </a:solidFill>
              </a:rPr>
              <a:t>i</a:t>
            </a:r>
            <a:r>
              <a:rPr b="1" sz="4666" lang="en-US">
                <a:solidFill>
                  <a:srgbClr val="000000"/>
                </a:solidFill>
              </a:rPr>
              <a:t>o</a:t>
            </a:r>
            <a:r>
              <a:rPr b="1" sz="4666" lang="en-US">
                <a:solidFill>
                  <a:srgbClr val="000000"/>
                </a:solidFill>
              </a:rPr>
              <a:t>n</a:t>
            </a:r>
            <a:r>
              <a:rPr b="1" sz="4666" lang="en-US">
                <a:solidFill>
                  <a:srgbClr val="000000"/>
                </a:solidFill>
              </a:rPr>
              <a:t> </a:t>
            </a:r>
            <a:r>
              <a:rPr b="1" sz="4666" lang="en-US">
                <a:solidFill>
                  <a:srgbClr val="000000"/>
                </a:solidFill>
              </a:rPr>
              <a:t>t</a:t>
            </a:r>
            <a:r>
              <a:rPr b="1" sz="4666" lang="en-US">
                <a:solidFill>
                  <a:srgbClr val="000000"/>
                </a:solidFill>
              </a:rPr>
              <a:t>h</a:t>
            </a:r>
            <a:r>
              <a:rPr b="1" sz="4666" lang="en-US">
                <a:solidFill>
                  <a:srgbClr val="000000"/>
                </a:solidFill>
              </a:rPr>
              <a:t>r</a:t>
            </a:r>
            <a:r>
              <a:rPr b="1" sz="4666" lang="en-US">
                <a:solidFill>
                  <a:srgbClr val="000000"/>
                </a:solidFill>
              </a:rPr>
              <a:t>o</a:t>
            </a:r>
            <a:r>
              <a:rPr b="1" sz="4666" lang="en-US">
                <a:solidFill>
                  <a:srgbClr val="000000"/>
                </a:solidFill>
              </a:rPr>
              <a:t>u</a:t>
            </a:r>
            <a:r>
              <a:rPr b="1" sz="4666" lang="en-US">
                <a:solidFill>
                  <a:srgbClr val="000000"/>
                </a:solidFill>
              </a:rPr>
              <a:t>g</a:t>
            </a:r>
            <a:r>
              <a:rPr b="1" sz="4666" lang="en-US">
                <a:solidFill>
                  <a:srgbClr val="000000"/>
                </a:solidFill>
              </a:rPr>
              <a:t>h</a:t>
            </a:r>
            <a:r>
              <a:rPr b="1" sz="4666" lang="en-US">
                <a:solidFill>
                  <a:srgbClr val="000000"/>
                </a:solidFill>
              </a:rPr>
              <a:t> </a:t>
            </a:r>
            <a:r>
              <a:rPr b="1" sz="4666" lang="en-US">
                <a:solidFill>
                  <a:srgbClr val="000000"/>
                </a:solidFill>
              </a:rPr>
              <a:t>o</a:t>
            </a:r>
            <a:r>
              <a:rPr b="1" sz="4666" lang="en-US">
                <a:solidFill>
                  <a:srgbClr val="000000"/>
                </a:solidFill>
              </a:rPr>
              <a:t>u</a:t>
            </a:r>
            <a:r>
              <a:rPr b="1" sz="4666" lang="en-US">
                <a:solidFill>
                  <a:srgbClr val="000000"/>
                </a:solidFill>
              </a:rPr>
              <a:t>r</a:t>
            </a:r>
            <a:r>
              <a:rPr b="1" sz="4666" lang="en-US">
                <a:solidFill>
                  <a:srgbClr val="000000"/>
                </a:solidFill>
              </a:rPr>
              <a:t> </a:t>
            </a:r>
            <a:r>
              <a:rPr b="1" sz="4666" lang="en-US">
                <a:solidFill>
                  <a:srgbClr val="000000"/>
                </a:solidFill>
              </a:rPr>
              <a:t>L</a:t>
            </a:r>
            <a:r>
              <a:rPr b="1" sz="4666" lang="en-US">
                <a:solidFill>
                  <a:srgbClr val="000000"/>
                </a:solidFill>
              </a:rPr>
              <a:t>O</a:t>
            </a:r>
            <a:r>
              <a:rPr b="1" sz="4666" lang="en-US">
                <a:solidFill>
                  <a:srgbClr val="000000"/>
                </a:solidFill>
              </a:rPr>
              <a:t>R</a:t>
            </a:r>
            <a:r>
              <a:rPr b="1" sz="4666" lang="en-US">
                <a:solidFill>
                  <a:srgbClr val="000000"/>
                </a:solidFill>
              </a:rPr>
              <a:t>D</a:t>
            </a:r>
            <a:r>
              <a:rPr b="1" sz="4666" lang="en-US">
                <a:solidFill>
                  <a:srgbClr val="000000"/>
                </a:solidFill>
              </a:rPr>
              <a:t> </a:t>
            </a:r>
            <a:r>
              <a:rPr b="1" sz="4666" lang="en-US">
                <a:solidFill>
                  <a:srgbClr val="000000"/>
                </a:solidFill>
              </a:rPr>
              <a:t>J</a:t>
            </a:r>
            <a:r>
              <a:rPr b="1" sz="4666" lang="en-US">
                <a:solidFill>
                  <a:srgbClr val="000000"/>
                </a:solidFill>
              </a:rPr>
              <a:t>E</a:t>
            </a:r>
            <a:r>
              <a:rPr b="1" sz="4666" lang="en-US">
                <a:solidFill>
                  <a:srgbClr val="000000"/>
                </a:solidFill>
              </a:rPr>
              <a:t>S</a:t>
            </a:r>
            <a:r>
              <a:rPr b="1" sz="4666" lang="en-US">
                <a:solidFill>
                  <a:srgbClr val="000000"/>
                </a:solidFill>
              </a:rPr>
              <a:t>U</a:t>
            </a:r>
            <a:r>
              <a:rPr b="1" sz="4666" lang="en-US">
                <a:solidFill>
                  <a:srgbClr val="000000"/>
                </a:solidFill>
              </a:rPr>
              <a:t>S</a:t>
            </a:r>
            <a:r>
              <a:rPr b="1" sz="4666" lang="en-US">
                <a:solidFill>
                  <a:srgbClr val="000000"/>
                </a:solidFill>
              </a:rPr>
              <a:t> </a:t>
            </a:r>
            <a:r>
              <a:rPr b="1" sz="4666" lang="en-US">
                <a:solidFill>
                  <a:srgbClr val="000000"/>
                </a:solidFill>
              </a:rPr>
              <a:t>C</a:t>
            </a:r>
            <a:r>
              <a:rPr b="1" sz="4666" lang="en-US">
                <a:solidFill>
                  <a:srgbClr val="000000"/>
                </a:solidFill>
              </a:rPr>
              <a:t>H</a:t>
            </a:r>
            <a:r>
              <a:rPr b="1" sz="4666" lang="en-US">
                <a:solidFill>
                  <a:srgbClr val="000000"/>
                </a:solidFill>
              </a:rPr>
              <a:t>R</a:t>
            </a:r>
            <a:r>
              <a:rPr b="1" sz="4666" lang="en-US">
                <a:solidFill>
                  <a:srgbClr val="000000"/>
                </a:solidFill>
              </a:rPr>
              <a:t>I</a:t>
            </a:r>
            <a:r>
              <a:rPr b="1" sz="4666" lang="en-US">
                <a:solidFill>
                  <a:srgbClr val="000000"/>
                </a:solidFill>
              </a:rPr>
              <a:t>S</a:t>
            </a:r>
            <a:r>
              <a:rPr b="1" sz="4666" lang="en-US">
                <a:solidFill>
                  <a:srgbClr val="000000"/>
                </a:solidFill>
              </a:rPr>
              <a:t>T</a:t>
            </a:r>
            <a:r>
              <a:rPr b="1" sz="4666" lang="en-US">
                <a:solidFill>
                  <a:srgbClr val="000000"/>
                </a:solidFill>
              </a:rPr>
              <a:t>.</a:t>
            </a:r>
            <a:r>
              <a:rPr b="1" sz="4666" lang="en-US">
                <a:solidFill>
                  <a:srgbClr val="000000"/>
                </a:solidFill>
              </a:rPr>
              <a:t>"</a:t>
            </a:r>
            <a:br>
              <a:rPr b="1" sz="4666" lang="en-US">
                <a:solidFill>
                  <a:srgbClr val="000000"/>
                </a:solidFill>
              </a:rPr>
            </a:br>
            <a:r>
              <a:rPr b="1" sz="4666" lang="en-US">
                <a:solidFill>
                  <a:srgbClr val="000000"/>
                </a:solidFill>
              </a:rPr>
              <a:t> 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"/>
          <p:cNvSpPr txBox="1"/>
          <p:nvPr/>
        </p:nvSpPr>
        <p:spPr>
          <a:xfrm>
            <a:off x="571999" y="217743"/>
            <a:ext cx="4000000" cy="5552440"/>
          </a:xfrm>
          <a:prstGeom prst="rect"/>
        </p:spPr>
        <p:txBody>
          <a:bodyPr rtlCol="0" wrap="square">
            <a:spAutoFit/>
          </a:bodyPr>
          <a:p>
            <a:r>
              <a:rPr b="1" sz="3700" lang="en-US">
                <a:solidFill>
                  <a:srgbClr val="000000"/>
                </a:solidFill>
              </a:rPr>
              <a:t>-</a:t>
            </a:r>
            <a:r>
              <a:rPr b="1" sz="3700" lang="en-US">
                <a:solidFill>
                  <a:srgbClr val="000000"/>
                </a:solidFill>
              </a:rPr>
              <a:t> </a:t>
            </a:r>
            <a:r>
              <a:rPr b="1" sz="3700" lang="en-US">
                <a:solidFill>
                  <a:srgbClr val="000000"/>
                </a:solidFill>
              </a:rPr>
              <a:t>M</a:t>
            </a:r>
            <a:r>
              <a:rPr b="1" sz="3700" lang="en-US">
                <a:solidFill>
                  <a:srgbClr val="000000"/>
                </a:solidFill>
              </a:rPr>
              <a:t>u</a:t>
            </a:r>
            <a:r>
              <a:rPr b="1" sz="3700" lang="en-US">
                <a:solidFill>
                  <a:srgbClr val="000000"/>
                </a:solidFill>
              </a:rPr>
              <a:t>l</a:t>
            </a:r>
            <a:r>
              <a:rPr b="1" sz="3700" lang="en-US">
                <a:solidFill>
                  <a:srgbClr val="000000"/>
                </a:solidFill>
              </a:rPr>
              <a:t>u</a:t>
            </a:r>
            <a:r>
              <a:rPr b="1" sz="3700" lang="en-US">
                <a:solidFill>
                  <a:srgbClr val="000000"/>
                </a:solidFill>
              </a:rPr>
              <a:t>n</a:t>
            </a:r>
            <a:r>
              <a:rPr b="1" sz="3700" lang="en-US">
                <a:solidFill>
                  <a:srgbClr val="000000"/>
                </a:solidFill>
              </a:rPr>
              <a:t>g</a:t>
            </a:r>
            <a:r>
              <a:rPr b="1" sz="3700" lang="en-US">
                <a:solidFill>
                  <a:srgbClr val="000000"/>
                </a:solidFill>
              </a:rPr>
              <a:t>u</a:t>
            </a:r>
            <a:r>
              <a:rPr b="1" sz="3700" lang="en-US">
                <a:solidFill>
                  <a:srgbClr val="000000"/>
                </a:solidFill>
              </a:rPr>
              <a:t> </a:t>
            </a:r>
            <a:r>
              <a:rPr b="1" sz="3700" lang="en-US">
                <a:solidFill>
                  <a:srgbClr val="000000"/>
                </a:solidFill>
              </a:rPr>
              <a:t>s</a:t>
            </a:r>
            <a:r>
              <a:rPr b="1" sz="3700" lang="en-US">
                <a:solidFill>
                  <a:srgbClr val="000000"/>
                </a:solidFill>
              </a:rPr>
              <a:t>a</a:t>
            </a:r>
            <a:r>
              <a:rPr b="1" sz="3700" lang="en-US">
                <a:solidFill>
                  <a:srgbClr val="000000"/>
                </a:solidFill>
              </a:rPr>
              <a:t>n</a:t>
            </a:r>
            <a:r>
              <a:rPr b="1" sz="3700" lang="en-US">
                <a:solidFill>
                  <a:srgbClr val="000000"/>
                </a:solidFill>
              </a:rPr>
              <a:t>a</a:t>
            </a:r>
            <a:r>
              <a:rPr b="1" sz="3700" lang="en-US">
                <a:solidFill>
                  <a:srgbClr val="000000"/>
                </a:solidFill>
              </a:rPr>
              <a:t>t</a:t>
            </a:r>
            <a:r>
              <a:rPr b="1" sz="3700" lang="en-US">
                <a:solidFill>
                  <a:srgbClr val="000000"/>
                </a:solidFill>
              </a:rPr>
              <a:t>i</a:t>
            </a:r>
            <a:r>
              <a:rPr b="1" sz="3700" lang="en-US">
                <a:solidFill>
                  <a:srgbClr val="000000"/>
                </a:solidFill>
              </a:rPr>
              <a:t>l</a:t>
            </a:r>
            <a:r>
              <a:rPr b="1" sz="3700" lang="en-US">
                <a:solidFill>
                  <a:srgbClr val="000000"/>
                </a:solidFill>
              </a:rPr>
              <a:t>e</a:t>
            </a:r>
            <a:r>
              <a:rPr b="1" sz="3700" lang="en-US">
                <a:solidFill>
                  <a:srgbClr val="000000"/>
                </a:solidFill>
              </a:rPr>
              <a:t>n</a:t>
            </a:r>
            <a:r>
              <a:rPr b="1" sz="3700" lang="en-US">
                <a:solidFill>
                  <a:srgbClr val="000000"/>
                </a:solidFill>
              </a:rPr>
              <a:t>g</a:t>
            </a:r>
            <a:r>
              <a:rPr b="1" sz="3700" lang="en-US">
                <a:solidFill>
                  <a:srgbClr val="000000"/>
                </a:solidFill>
              </a:rPr>
              <a:t>e</a:t>
            </a:r>
            <a:r>
              <a:rPr b="1" sz="3700" lang="en-US">
                <a:solidFill>
                  <a:srgbClr val="000000"/>
                </a:solidFill>
              </a:rPr>
              <a:t> </a:t>
            </a:r>
            <a:r>
              <a:rPr b="1" sz="3700" lang="en-US">
                <a:solidFill>
                  <a:srgbClr val="000000"/>
                </a:solidFill>
              </a:rPr>
              <a:t>i</a:t>
            </a:r>
            <a:r>
              <a:rPr b="1" sz="3700" lang="en-US">
                <a:solidFill>
                  <a:srgbClr val="000000"/>
                </a:solidFill>
              </a:rPr>
              <a:t>f</a:t>
            </a:r>
            <a:r>
              <a:rPr b="1" sz="3700" lang="en-US">
                <a:solidFill>
                  <a:srgbClr val="000000"/>
                </a:solidFill>
              </a:rPr>
              <a:t>e</a:t>
            </a:r>
            <a:r>
              <a:rPr b="1" sz="3700" lang="en-US">
                <a:solidFill>
                  <a:srgbClr val="000000"/>
                </a:solidFill>
              </a:rPr>
              <a:t> </a:t>
            </a:r>
            <a:r>
              <a:rPr b="1" sz="3700" lang="en-US">
                <a:solidFill>
                  <a:srgbClr val="000000"/>
                </a:solidFill>
              </a:rPr>
              <a:t>k</a:t>
            </a:r>
            <a:r>
              <a:rPr b="1" sz="3700" lang="en-US">
                <a:solidFill>
                  <a:srgbClr val="000000"/>
                </a:solidFill>
              </a:rPr>
              <a:t>u</a:t>
            </a:r>
            <a:r>
              <a:rPr b="1" sz="3700" lang="en-US">
                <a:solidFill>
                  <a:srgbClr val="000000"/>
                </a:solidFill>
              </a:rPr>
              <a:t>t</a:t>
            </a:r>
            <a:r>
              <a:rPr b="1" sz="3700" lang="en-US">
                <a:solidFill>
                  <a:srgbClr val="000000"/>
                </a:solidFill>
              </a:rPr>
              <a:t>i</a:t>
            </a:r>
            <a:r>
              <a:rPr b="1" sz="3700" lang="en-US">
                <a:solidFill>
                  <a:srgbClr val="000000"/>
                </a:solidFill>
              </a:rPr>
              <a:t> </a:t>
            </a:r>
            <a:r>
              <a:rPr b="1" sz="3700" lang="en-US">
                <a:solidFill>
                  <a:srgbClr val="000000"/>
                </a:solidFill>
              </a:rPr>
              <a:t>t</a:t>
            </a:r>
            <a:r>
              <a:rPr b="1" sz="3700" lang="en-US">
                <a:solidFill>
                  <a:srgbClr val="000000"/>
                </a:solidFill>
              </a:rPr>
              <a:t>i</a:t>
            </a:r>
            <a:r>
              <a:rPr b="1" sz="3700" lang="en-US">
                <a:solidFill>
                  <a:srgbClr val="000000"/>
                </a:solidFill>
              </a:rPr>
              <a:t>z</a:t>
            </a:r>
            <a:r>
              <a:rPr b="1" sz="3700" lang="en-US">
                <a:solidFill>
                  <a:srgbClr val="000000"/>
                </a:solidFill>
              </a:rPr>
              <a:t>a</a:t>
            </a:r>
            <a:r>
              <a:rPr b="1" sz="3700" lang="en-US">
                <a:solidFill>
                  <a:srgbClr val="000000"/>
                </a:solidFill>
              </a:rPr>
              <a:t>o</a:t>
            </a:r>
            <a:r>
              <a:rPr b="1" sz="3700" lang="en-US">
                <a:solidFill>
                  <a:srgbClr val="000000"/>
                </a:solidFill>
              </a:rPr>
              <a:t>n</a:t>
            </a:r>
            <a:r>
              <a:rPr b="1" sz="3700" lang="en-US">
                <a:solidFill>
                  <a:srgbClr val="000000"/>
                </a:solidFill>
              </a:rPr>
              <a:t>e</a:t>
            </a:r>
            <a:r>
              <a:rPr b="1" sz="3700" lang="en-US">
                <a:solidFill>
                  <a:srgbClr val="000000"/>
                </a:solidFill>
              </a:rPr>
              <a:t> </a:t>
            </a:r>
            <a:r>
              <a:rPr b="1" sz="3700" lang="en-US">
                <a:solidFill>
                  <a:srgbClr val="000000"/>
                </a:solidFill>
              </a:rPr>
              <a:t>m</a:t>
            </a:r>
            <a:r>
              <a:rPr b="1" sz="3700" lang="en-US">
                <a:solidFill>
                  <a:srgbClr val="000000"/>
                </a:solidFill>
              </a:rPr>
              <a:t>k</a:t>
            </a:r>
            <a:r>
              <a:rPr b="1" sz="3700" lang="en-US">
                <a:solidFill>
                  <a:srgbClr val="000000"/>
                </a:solidFill>
              </a:rPr>
              <a:t>w</a:t>
            </a:r>
            <a:r>
              <a:rPr b="1" sz="3700" lang="en-US">
                <a:solidFill>
                  <a:srgbClr val="000000"/>
                </a:solidFill>
              </a:rPr>
              <a:t>i</a:t>
            </a:r>
            <a:r>
              <a:rPr b="1" sz="3700" lang="en-US">
                <a:solidFill>
                  <a:srgbClr val="000000"/>
                </a:solidFill>
              </a:rPr>
              <a:t>y</a:t>
            </a:r>
            <a:r>
              <a:rPr b="1" sz="3700" lang="en-US">
                <a:solidFill>
                  <a:srgbClr val="000000"/>
                </a:solidFill>
              </a:rPr>
              <a:t>o</a:t>
            </a:r>
            <a:r>
              <a:rPr b="1" sz="3700" lang="en-US">
                <a:solidFill>
                  <a:srgbClr val="000000"/>
                </a:solidFill>
              </a:rPr>
              <a:t> </a:t>
            </a:r>
            <a:r>
              <a:rPr b="1" sz="3700" lang="en-US">
                <a:solidFill>
                  <a:srgbClr val="000000"/>
                </a:solidFill>
              </a:rPr>
              <a:t>w</a:t>
            </a:r>
            <a:r>
              <a:rPr b="1" sz="3700" lang="en-US">
                <a:solidFill>
                  <a:srgbClr val="000000"/>
                </a:solidFill>
              </a:rPr>
              <a:t>a</a:t>
            </a:r>
            <a:r>
              <a:rPr b="1" sz="3700" lang="en-US">
                <a:solidFill>
                  <a:srgbClr val="000000"/>
                </a:solidFill>
              </a:rPr>
              <a:t>k</a:t>
            </a:r>
            <a:r>
              <a:rPr b="1" sz="3700" lang="en-US">
                <a:solidFill>
                  <a:srgbClr val="000000"/>
                </a:solidFill>
              </a:rPr>
              <a:t>e</a:t>
            </a:r>
            <a:r>
              <a:rPr b="1" sz="3700" lang="en-US">
                <a:solidFill>
                  <a:srgbClr val="000000"/>
                </a:solidFill>
              </a:rPr>
              <a:t> </a:t>
            </a:r>
            <a:r>
              <a:rPr b="1" sz="3700" lang="en-US">
                <a:solidFill>
                  <a:srgbClr val="000000"/>
                </a:solidFill>
              </a:rPr>
              <a:t>k</a:t>
            </a:r>
            <a:r>
              <a:rPr b="1" sz="3700" lang="en-US">
                <a:solidFill>
                  <a:srgbClr val="000000"/>
                </a:solidFill>
              </a:rPr>
              <a:t>a</a:t>
            </a:r>
            <a:r>
              <a:rPr b="1" sz="3700" lang="en-US">
                <a:solidFill>
                  <a:srgbClr val="000000"/>
                </a:solidFill>
              </a:rPr>
              <a:t>p</a:t>
            </a:r>
            <a:r>
              <a:rPr b="1" sz="3700" lang="en-US">
                <a:solidFill>
                  <a:srgbClr val="000000"/>
                </a:solidFill>
              </a:rPr>
              <a:t>e</a:t>
            </a:r>
            <a:r>
              <a:rPr b="1" sz="3700" lang="en-US">
                <a:solidFill>
                  <a:srgbClr val="000000"/>
                </a:solidFill>
              </a:rPr>
              <a:t>n</a:t>
            </a:r>
            <a:r>
              <a:rPr b="1" sz="3700" lang="en-US">
                <a:solidFill>
                  <a:srgbClr val="000000"/>
                </a:solidFill>
              </a:rPr>
              <a:t>a</a:t>
            </a:r>
            <a:r>
              <a:rPr b="1" sz="3700" lang="en-US">
                <a:solidFill>
                  <a:srgbClr val="000000"/>
                </a:solidFill>
              </a:rPr>
              <a:t> </a:t>
            </a:r>
            <a:r>
              <a:rPr b="1" sz="3700" lang="en-US">
                <a:solidFill>
                  <a:srgbClr val="000000"/>
                </a:solidFill>
              </a:rPr>
              <a:t>k</a:t>
            </a:r>
            <a:r>
              <a:rPr b="1" sz="3700" lang="en-US">
                <a:solidFill>
                  <a:srgbClr val="000000"/>
                </a:solidFill>
              </a:rPr>
              <a:t>u</a:t>
            </a:r>
            <a:r>
              <a:rPr b="1" sz="3700" lang="en-US">
                <a:solidFill>
                  <a:srgbClr val="000000"/>
                </a:solidFill>
              </a:rPr>
              <a:t>t</a:t>
            </a:r>
            <a:r>
              <a:rPr b="1" sz="3700" lang="en-US">
                <a:solidFill>
                  <a:srgbClr val="000000"/>
                </a:solidFill>
              </a:rPr>
              <a:t>i</a:t>
            </a:r>
            <a:r>
              <a:rPr b="1" sz="3700" lang="en-US">
                <a:solidFill>
                  <a:srgbClr val="000000"/>
                </a:solidFill>
              </a:rPr>
              <a:t> </a:t>
            </a:r>
            <a:r>
              <a:rPr b="1" sz="3700" lang="en-US">
                <a:solidFill>
                  <a:srgbClr val="000000"/>
                </a:solidFill>
              </a:rPr>
              <a:t>t</a:t>
            </a:r>
            <a:r>
              <a:rPr b="1" sz="3700" lang="en-US">
                <a:solidFill>
                  <a:srgbClr val="000000"/>
                </a:solidFill>
              </a:rPr>
              <a:t>i</a:t>
            </a:r>
            <a:r>
              <a:rPr b="1" sz="3700" lang="en-US">
                <a:solidFill>
                  <a:srgbClr val="000000"/>
                </a:solidFill>
              </a:rPr>
              <a:t>k</a:t>
            </a:r>
            <a:r>
              <a:rPr b="1" sz="3700" lang="en-US">
                <a:solidFill>
                  <a:srgbClr val="000000"/>
                </a:solidFill>
              </a:rPr>
              <a:t>u</a:t>
            </a:r>
            <a:r>
              <a:rPr b="1" sz="3700" lang="en-US">
                <a:solidFill>
                  <a:srgbClr val="000000"/>
                </a:solidFill>
              </a:rPr>
              <a:t>m</a:t>
            </a:r>
            <a:r>
              <a:rPr b="1" sz="3700" lang="en-US">
                <a:solidFill>
                  <a:srgbClr val="000000"/>
                </a:solidFill>
              </a:rPr>
              <a:t>a</a:t>
            </a:r>
            <a:r>
              <a:rPr b="1" sz="3700" lang="en-US">
                <a:solidFill>
                  <a:srgbClr val="000000"/>
                </a:solidFill>
              </a:rPr>
              <a:t>n</a:t>
            </a:r>
            <a:r>
              <a:rPr b="1" sz="3700" lang="en-US">
                <a:solidFill>
                  <a:srgbClr val="000000"/>
                </a:solidFill>
              </a:rPr>
              <a:t>e</a:t>
            </a:r>
            <a:r>
              <a:rPr b="1" sz="3700" lang="en-US">
                <a:solidFill>
                  <a:srgbClr val="000000"/>
                </a:solidFill>
              </a:rPr>
              <a:t> </a:t>
            </a:r>
            <a:r>
              <a:rPr b="1" sz="3700" lang="en-US">
                <a:solidFill>
                  <a:srgbClr val="000000"/>
                </a:solidFill>
              </a:rPr>
              <a:t>n</a:t>
            </a:r>
            <a:r>
              <a:rPr b="1" sz="3700" lang="en-US">
                <a:solidFill>
                  <a:srgbClr val="000000"/>
                </a:solidFill>
              </a:rPr>
              <a:t>d</a:t>
            </a:r>
            <a:r>
              <a:rPr b="1" sz="3700" lang="en-US">
                <a:solidFill>
                  <a:srgbClr val="000000"/>
                </a:solidFill>
              </a:rPr>
              <a:t>i</a:t>
            </a:r>
            <a:r>
              <a:rPr b="1" sz="3700" lang="en-US">
                <a:solidFill>
                  <a:srgbClr val="000000"/>
                </a:solidFill>
              </a:rPr>
              <a:t> </a:t>
            </a:r>
            <a:r>
              <a:rPr b="1" sz="3700" lang="en-US">
                <a:solidFill>
                  <a:srgbClr val="000000"/>
                </a:solidFill>
              </a:rPr>
              <a:t>m</a:t>
            </a:r>
            <a:r>
              <a:rPr b="1" sz="3700" lang="en-US">
                <a:solidFill>
                  <a:srgbClr val="000000"/>
                </a:solidFill>
              </a:rPr>
              <a:t>a</a:t>
            </a:r>
            <a:r>
              <a:rPr b="1" sz="3700" lang="en-US">
                <a:solidFill>
                  <a:srgbClr val="000000"/>
                </a:solidFill>
              </a:rPr>
              <a:t>t</a:t>
            </a:r>
            <a:r>
              <a:rPr b="1" sz="3700" lang="en-US">
                <a:solidFill>
                  <a:srgbClr val="000000"/>
                </a:solidFill>
              </a:rPr>
              <a:t>e</a:t>
            </a:r>
            <a:r>
              <a:rPr b="1" sz="3700" lang="en-US">
                <a:solidFill>
                  <a:srgbClr val="000000"/>
                </a:solidFill>
              </a:rPr>
              <a:t>n</a:t>
            </a:r>
            <a:r>
              <a:rPr b="1" sz="3700" lang="en-US">
                <a:solidFill>
                  <a:srgbClr val="000000"/>
                </a:solidFill>
              </a:rPr>
              <a:t>d</a:t>
            </a:r>
            <a:r>
              <a:rPr b="1" sz="3700" lang="en-US">
                <a:solidFill>
                  <a:srgbClr val="000000"/>
                </a:solidFill>
              </a:rPr>
              <a:t>a</a:t>
            </a:r>
            <a:r>
              <a:rPr b="1" sz="3700" lang="en-US">
                <a:solidFill>
                  <a:srgbClr val="000000"/>
                </a:solidFill>
              </a:rPr>
              <a:t> </a:t>
            </a:r>
            <a:r>
              <a:rPr b="1" sz="3700" lang="en-US">
                <a:solidFill>
                  <a:srgbClr val="000000"/>
                </a:solidFill>
              </a:rPr>
              <a:t>n</a:t>
            </a:r>
            <a:r>
              <a:rPr b="1" sz="3700" lang="en-US">
                <a:solidFill>
                  <a:srgbClr val="000000"/>
                </a:solidFill>
              </a:rPr>
              <a:t>d</a:t>
            </a:r>
            <a:r>
              <a:rPr b="1" sz="3700" lang="en-US">
                <a:solidFill>
                  <a:srgbClr val="000000"/>
                </a:solidFill>
              </a:rPr>
              <a:t>i</a:t>
            </a:r>
            <a:r>
              <a:rPr b="1" sz="3700" lang="en-US">
                <a:solidFill>
                  <a:srgbClr val="000000"/>
                </a:solidFill>
              </a:rPr>
              <a:t> </a:t>
            </a:r>
            <a:r>
              <a:rPr b="1" sz="3700" lang="en-US">
                <a:solidFill>
                  <a:srgbClr val="000000"/>
                </a:solidFill>
              </a:rPr>
              <a:t>m</a:t>
            </a:r>
            <a:r>
              <a:rPr b="1" sz="3700" lang="en-US">
                <a:solidFill>
                  <a:srgbClr val="000000"/>
                </a:solidFill>
              </a:rPr>
              <a:t>a</a:t>
            </a:r>
            <a:r>
              <a:rPr b="1" sz="3700" lang="en-US">
                <a:solidFill>
                  <a:srgbClr val="000000"/>
                </a:solidFill>
              </a:rPr>
              <a:t>t</a:t>
            </a:r>
            <a:r>
              <a:rPr b="1" sz="3700" lang="en-US">
                <a:solidFill>
                  <a:srgbClr val="000000"/>
                </a:solidFill>
              </a:rPr>
              <a:t>s</a:t>
            </a:r>
            <a:r>
              <a:rPr b="1" sz="3700" lang="en-US">
                <a:solidFill>
                  <a:srgbClr val="000000"/>
                </a:solidFill>
              </a:rPr>
              <a:t>o</a:t>
            </a:r>
            <a:r>
              <a:rPr b="1" sz="3700" lang="en-US">
                <a:solidFill>
                  <a:srgbClr val="000000"/>
                </a:solidFill>
              </a:rPr>
              <a:t>k</a:t>
            </a:r>
            <a:r>
              <a:rPr b="1" sz="3700" lang="en-US">
                <a:solidFill>
                  <a:srgbClr val="000000"/>
                </a:solidFill>
              </a:rPr>
              <a:t>a</a:t>
            </a:r>
            <a:r>
              <a:rPr b="1" sz="37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r>
              <a:rPr b="1" sz="3700" lang="en-US">
                <a:solidFill>
                  <a:srgbClr val="000000"/>
                </a:solidFill>
              </a:rPr>
              <a:t>-</a:t>
            </a:r>
            <a:r>
              <a:rPr b="1" sz="3700" lang="en-US">
                <a:solidFill>
                  <a:srgbClr val="000000"/>
                </a:solidFill>
              </a:rPr>
              <a:t>M</a:t>
            </a:r>
            <a:r>
              <a:rPr b="1" sz="3700" lang="en-US">
                <a:solidFill>
                  <a:srgbClr val="000000"/>
                </a:solidFill>
              </a:rPr>
              <a:t>u</a:t>
            </a:r>
            <a:r>
              <a:rPr b="1" sz="3700" lang="en-US">
                <a:solidFill>
                  <a:srgbClr val="000000"/>
                </a:solidFill>
              </a:rPr>
              <a:t>l</a:t>
            </a:r>
            <a:r>
              <a:rPr b="1" sz="3700" lang="en-US">
                <a:solidFill>
                  <a:srgbClr val="000000"/>
                </a:solidFill>
              </a:rPr>
              <a:t>u</a:t>
            </a:r>
            <a:r>
              <a:rPr b="1" sz="3700" lang="en-US">
                <a:solidFill>
                  <a:srgbClr val="000000"/>
                </a:solidFill>
              </a:rPr>
              <a:t>n</a:t>
            </a:r>
            <a:r>
              <a:rPr b="1" sz="3700" lang="en-US">
                <a:solidFill>
                  <a:srgbClr val="000000"/>
                </a:solidFill>
              </a:rPr>
              <a:t>g</a:t>
            </a:r>
            <a:r>
              <a:rPr b="1" sz="3700" lang="en-US">
                <a:solidFill>
                  <a:srgbClr val="000000"/>
                </a:solidFill>
              </a:rPr>
              <a:t>u</a:t>
            </a:r>
            <a:r>
              <a:rPr b="1" sz="3700" lang="en-US">
                <a:solidFill>
                  <a:srgbClr val="000000"/>
                </a:solidFill>
              </a:rPr>
              <a:t> </a:t>
            </a:r>
            <a:r>
              <a:rPr b="1" sz="3700" lang="en-US">
                <a:solidFill>
                  <a:srgbClr val="000000"/>
                </a:solidFill>
              </a:rPr>
              <a:t>a</a:t>
            </a:r>
            <a:r>
              <a:rPr b="1" sz="3700" lang="en-US">
                <a:solidFill>
                  <a:srgbClr val="000000"/>
                </a:solidFill>
              </a:rPr>
              <a:t>k</a:t>
            </a:r>
            <a:r>
              <a:rPr b="1" sz="3700" lang="en-US">
                <a:solidFill>
                  <a:srgbClr val="000000"/>
                </a:solidFill>
              </a:rPr>
              <a:t>u</a:t>
            </a:r>
            <a:r>
              <a:rPr b="1" sz="3700" lang="en-US">
                <a:solidFill>
                  <a:srgbClr val="000000"/>
                </a:solidFill>
              </a:rPr>
              <a:t>f</a:t>
            </a:r>
            <a:r>
              <a:rPr b="1" sz="3700" lang="en-US">
                <a:solidFill>
                  <a:srgbClr val="000000"/>
                </a:solidFill>
              </a:rPr>
              <a:t>u</a:t>
            </a:r>
            <a:r>
              <a:rPr b="1" sz="3700" lang="en-US">
                <a:solidFill>
                  <a:srgbClr val="000000"/>
                </a:solidFill>
              </a:rPr>
              <a:t>n</a:t>
            </a:r>
            <a:r>
              <a:rPr b="1" sz="3700" lang="en-US">
                <a:solidFill>
                  <a:srgbClr val="000000"/>
                </a:solidFill>
              </a:rPr>
              <a:t>a</a:t>
            </a:r>
            <a:r>
              <a:rPr b="1" sz="3700" lang="en-US">
                <a:solidFill>
                  <a:srgbClr val="000000"/>
                </a:solidFill>
              </a:rPr>
              <a:t> </a:t>
            </a:r>
            <a:r>
              <a:rPr b="1" sz="3700" lang="en-US">
                <a:solidFill>
                  <a:srgbClr val="000000"/>
                </a:solidFill>
              </a:rPr>
              <a:t>k</a:t>
            </a:r>
            <a:r>
              <a:rPr b="1" sz="3700" lang="en-US">
                <a:solidFill>
                  <a:srgbClr val="000000"/>
                </a:solidFill>
              </a:rPr>
              <a:t>u</a:t>
            </a:r>
            <a:r>
              <a:rPr b="1" sz="3700" lang="en-US">
                <a:solidFill>
                  <a:srgbClr val="000000"/>
                </a:solidFill>
              </a:rPr>
              <a:t>t</a:t>
            </a:r>
            <a:r>
              <a:rPr b="1" sz="3700" lang="en-US">
                <a:solidFill>
                  <a:srgbClr val="000000"/>
                </a:solidFill>
              </a:rPr>
              <a:t>i</a:t>
            </a:r>
            <a:r>
              <a:rPr b="1" sz="3700" lang="en-US">
                <a:solidFill>
                  <a:srgbClr val="000000"/>
                </a:solidFill>
              </a:rPr>
              <a:t> </a:t>
            </a:r>
            <a:r>
              <a:rPr b="1" sz="3700" lang="en-US">
                <a:solidFill>
                  <a:srgbClr val="000000"/>
                </a:solidFill>
              </a:rPr>
              <a:t>t</a:t>
            </a:r>
            <a:r>
              <a:rPr b="1" sz="3700" lang="en-US">
                <a:solidFill>
                  <a:srgbClr val="000000"/>
                </a:solidFill>
              </a:rPr>
              <a:t>i</a:t>
            </a:r>
            <a:r>
              <a:rPr b="1" sz="3700" lang="en-US">
                <a:solidFill>
                  <a:srgbClr val="000000"/>
                </a:solidFill>
              </a:rPr>
              <a:t>z</a:t>
            </a:r>
            <a:r>
              <a:rPr b="1" sz="3700" lang="en-US">
                <a:solidFill>
                  <a:srgbClr val="000000"/>
                </a:solidFill>
              </a:rPr>
              <a:t>a</a:t>
            </a:r>
            <a:r>
              <a:rPr b="1" sz="3700" lang="en-US">
                <a:solidFill>
                  <a:srgbClr val="000000"/>
                </a:solidFill>
              </a:rPr>
              <a:t>p</a:t>
            </a:r>
            <a:r>
              <a:rPr b="1" sz="3700" lang="en-US">
                <a:solidFill>
                  <a:srgbClr val="000000"/>
                </a:solidFill>
              </a:rPr>
              <a:t>u</a:t>
            </a:r>
            <a:r>
              <a:rPr b="1" sz="3700" lang="en-US">
                <a:solidFill>
                  <a:srgbClr val="000000"/>
                </a:solidFill>
              </a:rPr>
              <a:t>l</a:t>
            </a:r>
            <a:r>
              <a:rPr b="1" sz="3700" lang="en-US">
                <a:solidFill>
                  <a:srgbClr val="000000"/>
                </a:solidFill>
              </a:rPr>
              <a:t>u</a:t>
            </a:r>
            <a:r>
              <a:rPr b="1" sz="3700" lang="en-US">
                <a:solidFill>
                  <a:srgbClr val="000000"/>
                </a:solidFill>
              </a:rPr>
              <a:t>m</a:t>
            </a:r>
            <a:r>
              <a:rPr b="1" sz="3700" lang="en-US">
                <a:solidFill>
                  <a:srgbClr val="000000"/>
                </a:solidFill>
              </a:rPr>
              <a:t>u</a:t>
            </a:r>
            <a:r>
              <a:rPr b="1" sz="3700" lang="en-US">
                <a:solidFill>
                  <a:srgbClr val="000000"/>
                </a:solidFill>
              </a:rPr>
              <a:t>k</a:t>
            </a:r>
            <a:r>
              <a:rPr b="1" sz="3700" lang="en-US">
                <a:solidFill>
                  <a:srgbClr val="000000"/>
                </a:solidFill>
              </a:rPr>
              <a:t>e</a:t>
            </a:r>
            <a:r>
              <a:rPr b="1" sz="37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</p:txBody>
      </p:sp>
      <p:sp>
        <p:nvSpPr>
          <p:cNvPr id="1048596" name=""/>
          <p:cNvSpPr>
            <a:spLocks noGrp="1"/>
          </p:cNvSpPr>
          <p:nvPr>
            <p:ph type="title"/>
          </p:nvPr>
        </p:nvSpPr>
        <p:spPr>
          <a:xfrm flipV="1">
            <a:off x="882190" y="-1614490"/>
            <a:ext cx="7886700" cy="288928"/>
          </a:xfrm>
          <a:prstGeom prst="rect"/>
        </p:spPr>
        <p:txBody>
          <a:bodyPr anchor="ctr" bIns="45720" lIns="91440" rIns="91440" rtlCol="0" tIns="45720" vert="horz">
            <a:normAutofit fontScale="90000"/>
          </a:bodyPr>
          <a:lstStyle>
            <a:lvl1pPr algn="l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lang="en-US">
                <a:solidFill>
                  <a:srgbClr val="800000"/>
                </a:solidFill>
              </a:rPr>
              <a:t>1</a:t>
            </a:r>
            <a:r>
              <a:rPr b="1" lang="en-US">
                <a:solidFill>
                  <a:srgbClr val="800000"/>
                </a:solidFill>
              </a:rPr>
              <a:t> </a:t>
            </a:r>
            <a:r>
              <a:rPr b="1" lang="en-US">
                <a:solidFill>
                  <a:srgbClr val="800000"/>
                </a:solidFill>
              </a:rPr>
              <a:t>T</a:t>
            </a:r>
            <a:r>
              <a:rPr b="1" lang="en-US">
                <a:solidFill>
                  <a:srgbClr val="800000"/>
                </a:solidFill>
              </a:rPr>
              <a:t>h</a:t>
            </a:r>
            <a:r>
              <a:rPr b="1" lang="en-US">
                <a:solidFill>
                  <a:srgbClr val="800000"/>
                </a:solidFill>
              </a:rPr>
              <a:t>e</a:t>
            </a:r>
            <a:r>
              <a:rPr b="1" lang="en-US">
                <a:solidFill>
                  <a:srgbClr val="800000"/>
                </a:solidFill>
              </a:rPr>
              <a:t>s</a:t>
            </a:r>
            <a:r>
              <a:rPr b="1" lang="en-US">
                <a:solidFill>
                  <a:srgbClr val="800000"/>
                </a:solidFill>
              </a:rPr>
              <a:t>s</a:t>
            </a:r>
            <a:r>
              <a:rPr b="1" lang="en-US">
                <a:solidFill>
                  <a:srgbClr val="800000"/>
                </a:solidFill>
              </a:rPr>
              <a:t>a</a:t>
            </a:r>
            <a:r>
              <a:rPr b="1" lang="en-US">
                <a:solidFill>
                  <a:srgbClr val="800000"/>
                </a:solidFill>
              </a:rPr>
              <a:t>lonians </a:t>
            </a:r>
            <a:r>
              <a:rPr b="1" lang="en-US">
                <a:solidFill>
                  <a:srgbClr val="800000"/>
                </a:solidFill>
              </a:rPr>
              <a:t>5</a:t>
            </a:r>
            <a:r>
              <a:rPr b="1" lang="en-US">
                <a:solidFill>
                  <a:srgbClr val="800000"/>
                </a:solidFill>
              </a:rPr>
              <a:t>:</a:t>
            </a:r>
            <a:r>
              <a:rPr b="1" lang="en-US">
                <a:solidFill>
                  <a:srgbClr val="800000"/>
                </a:solidFill>
              </a:rPr>
              <a:t>9</a:t>
            </a:r>
            <a:r>
              <a:rPr b="1" lang="en-US">
                <a:solidFill>
                  <a:srgbClr val="800000"/>
                </a:solidFill>
              </a:rPr>
              <a:t> </a:t>
            </a:r>
            <a:r>
              <a:rPr b="1" lang="en-US">
                <a:solidFill>
                  <a:srgbClr val="800000"/>
                </a:solidFill>
              </a:rPr>
              <a:t>(</a:t>
            </a:r>
            <a:r>
              <a:rPr b="1" lang="en-US">
                <a:solidFill>
                  <a:srgbClr val="800000"/>
                </a:solidFill>
              </a:rPr>
              <a:t> </a:t>
            </a:r>
            <a:r>
              <a:rPr b="1" lang="en-US">
                <a:solidFill>
                  <a:srgbClr val="800000"/>
                </a:solidFill>
              </a:rPr>
              <a:t>N</a:t>
            </a:r>
            <a:r>
              <a:rPr b="1" lang="en-US">
                <a:solidFill>
                  <a:srgbClr val="800000"/>
                </a:solidFill>
              </a:rPr>
              <a:t>K</a:t>
            </a:r>
            <a:r>
              <a:rPr b="1" lang="en-US">
                <a:solidFill>
                  <a:srgbClr val="800000"/>
                </a:solidFill>
              </a:rPr>
              <a:t>J</a:t>
            </a:r>
            <a:r>
              <a:rPr b="1" lang="en-US">
                <a:solidFill>
                  <a:srgbClr val="800000"/>
                </a:solidFill>
              </a:rPr>
              <a:t>V</a:t>
            </a:r>
            <a:r>
              <a:rPr b="1" lang="en-US">
                <a:solidFill>
                  <a:srgbClr val="800000"/>
                </a:solidFill>
              </a:rPr>
              <a:t>)</a:t>
            </a:r>
            <a:br>
              <a:rPr b="1" lang="en-US">
                <a:solidFill>
                  <a:srgbClr val="800000"/>
                </a:solidFill>
              </a:rPr>
            </a:br>
            <a:br>
              <a:rPr b="1" lang="en-US">
                <a:solidFill>
                  <a:srgbClr val="800000"/>
                </a:solidFill>
              </a:rPr>
            </a:br>
            <a:r>
              <a:rPr b="1" sz="4666" lang="en-US">
                <a:solidFill>
                  <a:srgbClr val="000000"/>
                </a:solidFill>
              </a:rPr>
              <a:t>'</a:t>
            </a:r>
            <a:r>
              <a:rPr b="1" sz="4666" lang="en-US">
                <a:solidFill>
                  <a:srgbClr val="000000"/>
                </a:solidFill>
              </a:rPr>
              <a:t>'</a:t>
            </a:r>
            <a:r>
              <a:rPr b="1" sz="4666" lang="en-US">
                <a:solidFill>
                  <a:srgbClr val="000000"/>
                </a:solidFill>
              </a:rPr>
              <a:t> </a:t>
            </a:r>
            <a:r>
              <a:rPr b="1" sz="4666" lang="en-US">
                <a:solidFill>
                  <a:srgbClr val="000000"/>
                </a:solidFill>
              </a:rPr>
              <a:t>f</a:t>
            </a:r>
            <a:r>
              <a:rPr b="1" sz="4666" lang="en-US">
                <a:solidFill>
                  <a:srgbClr val="000000"/>
                </a:solidFill>
              </a:rPr>
              <a:t>o</a:t>
            </a:r>
            <a:r>
              <a:rPr b="1" sz="4666" lang="en-US">
                <a:solidFill>
                  <a:srgbClr val="000000"/>
                </a:solidFill>
              </a:rPr>
              <a:t>r</a:t>
            </a:r>
            <a:r>
              <a:rPr b="1" sz="4666" lang="en-US">
                <a:solidFill>
                  <a:srgbClr val="000000"/>
                </a:solidFill>
              </a:rPr>
              <a:t> </a:t>
            </a:r>
            <a:r>
              <a:rPr b="1" sz="4666" lang="en-US">
                <a:solidFill>
                  <a:srgbClr val="000000"/>
                </a:solidFill>
              </a:rPr>
              <a:t>G</a:t>
            </a:r>
            <a:r>
              <a:rPr b="1" sz="4666" lang="en-US">
                <a:solidFill>
                  <a:srgbClr val="000000"/>
                </a:solidFill>
              </a:rPr>
              <a:t>o</a:t>
            </a:r>
            <a:r>
              <a:rPr b="1" sz="4666" lang="en-US">
                <a:solidFill>
                  <a:srgbClr val="000000"/>
                </a:solidFill>
              </a:rPr>
              <a:t>d</a:t>
            </a:r>
            <a:r>
              <a:rPr b="1" sz="4666" lang="en-US">
                <a:solidFill>
                  <a:srgbClr val="000000"/>
                </a:solidFill>
              </a:rPr>
              <a:t> </a:t>
            </a:r>
            <a:r>
              <a:rPr b="1" sz="4666" lang="en-US">
                <a:solidFill>
                  <a:srgbClr val="000000"/>
                </a:solidFill>
              </a:rPr>
              <a:t>did not</a:t>
            </a:r>
            <a:r>
              <a:rPr b="1" sz="4666" lang="en-US">
                <a:solidFill>
                  <a:srgbClr val="000000"/>
                </a:solidFill>
              </a:rPr>
              <a:t> </a:t>
            </a:r>
            <a:r>
              <a:rPr b="1" sz="4666" lang="en-US">
                <a:solidFill>
                  <a:srgbClr val="000000"/>
                </a:solidFill>
              </a:rPr>
              <a:t>a</a:t>
            </a:r>
            <a:r>
              <a:rPr b="1" sz="4666" lang="en-US">
                <a:solidFill>
                  <a:srgbClr val="000000"/>
                </a:solidFill>
              </a:rPr>
              <a:t>p</a:t>
            </a:r>
            <a:r>
              <a:rPr b="1" sz="4666" lang="en-US">
                <a:solidFill>
                  <a:srgbClr val="000000"/>
                </a:solidFill>
              </a:rPr>
              <a:t>p</a:t>
            </a:r>
            <a:r>
              <a:rPr b="1" sz="4666" lang="en-US">
                <a:solidFill>
                  <a:srgbClr val="000000"/>
                </a:solidFill>
              </a:rPr>
              <a:t>o</a:t>
            </a:r>
            <a:r>
              <a:rPr b="1" sz="4666" lang="en-US">
                <a:solidFill>
                  <a:srgbClr val="000000"/>
                </a:solidFill>
              </a:rPr>
              <a:t>i</a:t>
            </a:r>
            <a:r>
              <a:rPr b="1" sz="4666" lang="en-US">
                <a:solidFill>
                  <a:srgbClr val="000000"/>
                </a:solidFill>
              </a:rPr>
              <a:t>n</a:t>
            </a:r>
            <a:r>
              <a:rPr b="1" sz="4666" lang="en-US">
                <a:solidFill>
                  <a:srgbClr val="000000"/>
                </a:solidFill>
              </a:rPr>
              <a:t>t</a:t>
            </a:r>
            <a:r>
              <a:rPr b="1" sz="4666" lang="en-US">
                <a:solidFill>
                  <a:srgbClr val="000000"/>
                </a:solidFill>
              </a:rPr>
              <a:t> </a:t>
            </a:r>
            <a:r>
              <a:rPr b="1" sz="4666" lang="en-US">
                <a:solidFill>
                  <a:srgbClr val="000000"/>
                </a:solidFill>
              </a:rPr>
              <a:t>u</a:t>
            </a:r>
            <a:r>
              <a:rPr b="1" sz="4666" lang="en-US">
                <a:solidFill>
                  <a:srgbClr val="000000"/>
                </a:solidFill>
              </a:rPr>
              <a:t>s</a:t>
            </a:r>
            <a:r>
              <a:rPr b="1" sz="4666" lang="en-US">
                <a:solidFill>
                  <a:srgbClr val="000000"/>
                </a:solidFill>
              </a:rPr>
              <a:t> </a:t>
            </a:r>
            <a:r>
              <a:rPr b="1" sz="4666" lang="en-US">
                <a:solidFill>
                  <a:srgbClr val="000000"/>
                </a:solidFill>
              </a:rPr>
              <a:t>to wrath </a:t>
            </a:r>
            <a:endParaRPr lang="en-US"/>
          </a:p>
        </p:txBody>
      </p:sp>
      <p:sp>
        <p:nvSpPr>
          <p:cNvPr id="1048597" name=""/>
          <p:cNvSpPr txBox="1"/>
          <p:nvPr/>
        </p:nvSpPr>
        <p:spPr>
          <a:xfrm>
            <a:off x="4571999" y="976018"/>
            <a:ext cx="4000000" cy="4968240"/>
          </a:xfrm>
          <a:prstGeom prst="rect"/>
        </p:spPr>
        <p:txBody>
          <a:bodyPr rtlCol="0" wrap="square">
            <a:spAutoFit/>
          </a:bodyPr>
          <a:p>
            <a:r>
              <a:rPr b="1" sz="3300" lang="en-US">
                <a:solidFill>
                  <a:srgbClr val="000000"/>
                </a:solidFill>
              </a:rPr>
              <a:t>-</a:t>
            </a:r>
            <a:r>
              <a:rPr b="1" sz="3300" lang="en-US">
                <a:solidFill>
                  <a:srgbClr val="000000"/>
                </a:solidFill>
              </a:rPr>
              <a:t>M</a:t>
            </a:r>
            <a:r>
              <a:rPr b="1" sz="3300" lang="en-US">
                <a:solidFill>
                  <a:srgbClr val="000000"/>
                </a:solidFill>
              </a:rPr>
              <a:t>a</a:t>
            </a:r>
            <a:r>
              <a:rPr b="1" sz="3300" lang="en-US">
                <a:solidFill>
                  <a:srgbClr val="000000"/>
                </a:solidFill>
              </a:rPr>
              <a:t>v</a:t>
            </a:r>
            <a:r>
              <a:rPr b="1" sz="3300" lang="en-US">
                <a:solidFill>
                  <a:srgbClr val="000000"/>
                </a:solidFill>
              </a:rPr>
              <a:t>u</a:t>
            </a:r>
            <a:r>
              <a:rPr b="1" sz="3300" lang="en-US">
                <a:solidFill>
                  <a:srgbClr val="000000"/>
                </a:solidFill>
              </a:rPr>
              <a:t>t</a:t>
            </a:r>
            <a:r>
              <a:rPr b="1" sz="3300" lang="en-US">
                <a:solidFill>
                  <a:srgbClr val="000000"/>
                </a:solidFill>
              </a:rPr>
              <a:t>o</a:t>
            </a:r>
            <a:r>
              <a:rPr b="1" sz="3300" lang="en-US">
                <a:solidFill>
                  <a:srgbClr val="000000"/>
                </a:solidFill>
              </a:rPr>
              <a:t> </a:t>
            </a:r>
            <a:r>
              <a:rPr b="1" sz="3300" lang="en-US">
                <a:solidFill>
                  <a:srgbClr val="000000"/>
                </a:solidFill>
              </a:rPr>
              <a:t>o</a:t>
            </a:r>
            <a:r>
              <a:rPr b="1" sz="3300" lang="en-US">
                <a:solidFill>
                  <a:srgbClr val="000000"/>
                </a:solidFill>
              </a:rPr>
              <a:t>m</a:t>
            </a:r>
            <a:r>
              <a:rPr b="1" sz="3300" lang="en-US">
                <a:solidFill>
                  <a:srgbClr val="000000"/>
                </a:solidFill>
              </a:rPr>
              <a:t>w</a:t>
            </a:r>
            <a:r>
              <a:rPr b="1" sz="3300" lang="en-US">
                <a:solidFill>
                  <a:srgbClr val="000000"/>
                </a:solidFill>
              </a:rPr>
              <a:t>e</a:t>
            </a:r>
            <a:r>
              <a:rPr b="1" sz="3300" lang="en-US">
                <a:solidFill>
                  <a:srgbClr val="000000"/>
                </a:solidFill>
              </a:rPr>
              <a:t> </a:t>
            </a:r>
            <a:r>
              <a:rPr b="1" sz="3300" lang="en-US">
                <a:solidFill>
                  <a:srgbClr val="000000"/>
                </a:solidFill>
              </a:rPr>
              <a:t>t</a:t>
            </a:r>
            <a:r>
              <a:rPr b="1" sz="3300" lang="en-US">
                <a:solidFill>
                  <a:srgbClr val="000000"/>
                </a:solidFill>
              </a:rPr>
              <a:t>i</a:t>
            </a:r>
            <a:r>
              <a:rPr b="1" sz="3300" lang="en-US">
                <a:solidFill>
                  <a:srgbClr val="000000"/>
                </a:solidFill>
              </a:rPr>
              <a:t>k</a:t>
            </a:r>
            <a:r>
              <a:rPr b="1" sz="3300" lang="en-US">
                <a:solidFill>
                  <a:srgbClr val="000000"/>
                </a:solidFill>
              </a:rPr>
              <a:t>u</a:t>
            </a:r>
            <a:r>
              <a:rPr b="1" sz="3300" lang="en-US">
                <a:solidFill>
                  <a:srgbClr val="000000"/>
                </a:solidFill>
              </a:rPr>
              <a:t>k</a:t>
            </a:r>
            <a:r>
              <a:rPr b="1" sz="3300" lang="en-US">
                <a:solidFill>
                  <a:srgbClr val="000000"/>
                </a:solidFill>
              </a:rPr>
              <a:t>u</a:t>
            </a:r>
            <a:r>
              <a:rPr b="1" sz="3300" lang="en-US">
                <a:solidFill>
                  <a:srgbClr val="000000"/>
                </a:solidFill>
              </a:rPr>
              <a:t>m</a:t>
            </a:r>
            <a:r>
              <a:rPr b="1" sz="3300" lang="en-US">
                <a:solidFill>
                  <a:srgbClr val="000000"/>
                </a:solidFill>
              </a:rPr>
              <a:t>a</a:t>
            </a:r>
            <a:r>
              <a:rPr b="1" sz="3300" lang="en-US">
                <a:solidFill>
                  <a:srgbClr val="000000"/>
                </a:solidFill>
              </a:rPr>
              <a:t>n</a:t>
            </a:r>
            <a:r>
              <a:rPr b="1" sz="3300" lang="en-US">
                <a:solidFill>
                  <a:srgbClr val="000000"/>
                </a:solidFill>
              </a:rPr>
              <a:t>a</a:t>
            </a:r>
            <a:r>
              <a:rPr b="1" sz="3300" lang="en-US">
                <a:solidFill>
                  <a:srgbClr val="000000"/>
                </a:solidFill>
              </a:rPr>
              <a:t> </a:t>
            </a:r>
            <a:r>
              <a:rPr b="1" sz="3300" lang="en-US">
                <a:solidFill>
                  <a:srgbClr val="000000"/>
                </a:solidFill>
              </a:rPr>
              <a:t>n</a:t>
            </a:r>
            <a:r>
              <a:rPr b="1" sz="3300" lang="en-US">
                <a:solidFill>
                  <a:srgbClr val="000000"/>
                </a:solidFill>
              </a:rPr>
              <a:t>a</a:t>
            </a:r>
            <a:r>
              <a:rPr b="1" sz="3300" lang="en-US">
                <a:solidFill>
                  <a:srgbClr val="000000"/>
                </a:solidFill>
              </a:rPr>
              <a:t>w</a:t>
            </a:r>
            <a:r>
              <a:rPr b="1" sz="3300" lang="en-US">
                <a:solidFill>
                  <a:srgbClr val="000000"/>
                </a:solidFill>
              </a:rPr>
              <a:t>o</a:t>
            </a:r>
            <a:r>
              <a:rPr b="1" sz="3300" lang="en-US">
                <a:solidFill>
                  <a:srgbClr val="000000"/>
                </a:solidFill>
              </a:rPr>
              <a:t> </a:t>
            </a:r>
            <a:r>
              <a:rPr b="1" sz="3300" lang="en-US">
                <a:solidFill>
                  <a:srgbClr val="000000"/>
                </a:solidFill>
              </a:rPr>
              <a:t>m</a:t>
            </a:r>
            <a:r>
              <a:rPr b="1" sz="3300" lang="en-US">
                <a:solidFill>
                  <a:srgbClr val="000000"/>
                </a:solidFill>
              </a:rPr>
              <a:t>o</a:t>
            </a:r>
            <a:r>
              <a:rPr b="1" sz="3300" lang="en-US">
                <a:solidFill>
                  <a:srgbClr val="000000"/>
                </a:solidFill>
              </a:rPr>
              <a:t>n</a:t>
            </a:r>
            <a:r>
              <a:rPr b="1" sz="3300" lang="en-US">
                <a:solidFill>
                  <a:srgbClr val="000000"/>
                </a:solidFill>
              </a:rPr>
              <a:t>g</a:t>
            </a:r>
            <a:r>
              <a:rPr b="1" sz="3300" lang="en-US">
                <a:solidFill>
                  <a:srgbClr val="000000"/>
                </a:solidFill>
              </a:rPr>
              <a:t>a</a:t>
            </a:r>
            <a:r>
              <a:rPr b="1" sz="3300" lang="en-US">
                <a:solidFill>
                  <a:srgbClr val="000000"/>
                </a:solidFill>
              </a:rPr>
              <a:t> </a:t>
            </a:r>
            <a:r>
              <a:rPr b="1" sz="3300" lang="en-US">
                <a:solidFill>
                  <a:srgbClr val="000000"/>
                </a:solidFill>
              </a:rPr>
              <a:t>m</a:t>
            </a:r>
            <a:r>
              <a:rPr b="1" sz="3300" lang="en-US">
                <a:solidFill>
                  <a:srgbClr val="000000"/>
                </a:solidFill>
              </a:rPr>
              <a:t>a</a:t>
            </a:r>
            <a:r>
              <a:rPr b="1" sz="3300" lang="en-US">
                <a:solidFill>
                  <a:srgbClr val="000000"/>
                </a:solidFill>
              </a:rPr>
              <a:t>t</a:t>
            </a:r>
            <a:r>
              <a:rPr b="1" sz="3300" lang="en-US">
                <a:solidFill>
                  <a:srgbClr val="000000"/>
                </a:solidFill>
              </a:rPr>
              <a:t>e</a:t>
            </a:r>
            <a:r>
              <a:rPr b="1" sz="3300" lang="en-US">
                <a:solidFill>
                  <a:srgbClr val="000000"/>
                </a:solidFill>
              </a:rPr>
              <a:t>n</a:t>
            </a:r>
            <a:r>
              <a:rPr b="1" sz="3300" lang="en-US">
                <a:solidFill>
                  <a:srgbClr val="000000"/>
                </a:solidFill>
              </a:rPr>
              <a:t>d</a:t>
            </a:r>
            <a:r>
              <a:rPr b="1" sz="3300" lang="en-US">
                <a:solidFill>
                  <a:srgbClr val="000000"/>
                </a:solidFill>
              </a:rPr>
              <a:t>a</a:t>
            </a:r>
            <a:r>
              <a:rPr b="1" sz="3300" lang="en-US">
                <a:solidFill>
                  <a:srgbClr val="000000"/>
                </a:solidFill>
              </a:rPr>
              <a:t>,</a:t>
            </a:r>
            <a:r>
              <a:rPr b="1" sz="3300" lang="en-US">
                <a:solidFill>
                  <a:srgbClr val="000000"/>
                </a:solidFill>
              </a:rPr>
              <a:t> </a:t>
            </a:r>
            <a:r>
              <a:rPr b="1" sz="3300" lang="en-US">
                <a:solidFill>
                  <a:srgbClr val="000000"/>
                </a:solidFill>
              </a:rPr>
              <a:t>i</a:t>
            </a:r>
            <a:r>
              <a:rPr b="1" sz="3300" lang="en-US">
                <a:solidFill>
                  <a:srgbClr val="000000"/>
                </a:solidFill>
              </a:rPr>
              <a:t>m</a:t>
            </a:r>
            <a:r>
              <a:rPr b="1" sz="3300" lang="en-US">
                <a:solidFill>
                  <a:srgbClr val="000000"/>
                </a:solidFill>
              </a:rPr>
              <a:t>f</a:t>
            </a:r>
            <a:r>
              <a:rPr b="1" sz="3300" lang="en-US">
                <a:solidFill>
                  <a:srgbClr val="000000"/>
                </a:solidFill>
              </a:rPr>
              <a:t>a</a:t>
            </a:r>
            <a:r>
              <a:rPr b="1" sz="3300" lang="en-US">
                <a:solidFill>
                  <a:srgbClr val="000000"/>
                </a:solidFill>
              </a:rPr>
              <a:t>,</a:t>
            </a:r>
            <a:r>
              <a:rPr b="1" sz="3300" lang="en-US">
                <a:solidFill>
                  <a:srgbClr val="000000"/>
                </a:solidFill>
              </a:rPr>
              <a:t> </a:t>
            </a:r>
            <a:r>
              <a:rPr b="1" sz="3300" lang="en-US">
                <a:solidFill>
                  <a:srgbClr val="000000"/>
                </a:solidFill>
              </a:rPr>
              <a:t>n</a:t>
            </a:r>
            <a:r>
              <a:rPr b="1" sz="3300" lang="en-US">
                <a:solidFill>
                  <a:srgbClr val="000000"/>
                </a:solidFill>
              </a:rPr>
              <a:t>g</a:t>
            </a:r>
            <a:r>
              <a:rPr b="1" sz="3300" lang="en-US">
                <a:solidFill>
                  <a:srgbClr val="000000"/>
                </a:solidFill>
              </a:rPr>
              <a:t>o</a:t>
            </a:r>
            <a:r>
              <a:rPr b="1" sz="3300" lang="en-US">
                <a:solidFill>
                  <a:srgbClr val="000000"/>
                </a:solidFill>
              </a:rPr>
              <a:t>z</a:t>
            </a:r>
            <a:r>
              <a:rPr b="1" sz="3300" lang="en-US">
                <a:solidFill>
                  <a:srgbClr val="000000"/>
                </a:solidFill>
              </a:rPr>
              <a:t>i</a:t>
            </a:r>
            <a:r>
              <a:rPr b="1" sz="3300" lang="en-US">
                <a:solidFill>
                  <a:srgbClr val="000000"/>
                </a:solidFill>
              </a:rPr>
              <a:t>,</a:t>
            </a:r>
            <a:r>
              <a:rPr b="1" sz="3300" lang="en-US">
                <a:solidFill>
                  <a:srgbClr val="000000"/>
                </a:solidFill>
              </a:rPr>
              <a:t>njal</a:t>
            </a:r>
            <a:r>
              <a:rPr b="1" sz="3300" lang="en-US">
                <a:solidFill>
                  <a:srgbClr val="000000"/>
                </a:solidFill>
              </a:rPr>
              <a:t>a</a:t>
            </a:r>
            <a:r>
              <a:rPr b="1" sz="3300" lang="en-US">
                <a:solidFill>
                  <a:srgbClr val="000000"/>
                </a:solidFill>
              </a:rPr>
              <a:t> </a:t>
            </a:r>
            <a:r>
              <a:rPr b="1" sz="3300" lang="en-US">
                <a:solidFill>
                  <a:srgbClr val="000000"/>
                </a:solidFill>
              </a:rPr>
              <a:t>n</a:t>
            </a:r>
            <a:r>
              <a:rPr b="1" sz="3300" lang="en-US">
                <a:solidFill>
                  <a:srgbClr val="000000"/>
                </a:solidFill>
              </a:rPr>
              <a:t>d</a:t>
            </a:r>
            <a:r>
              <a:rPr b="1" sz="3300" lang="en-US">
                <a:solidFill>
                  <a:srgbClr val="000000"/>
                </a:solidFill>
              </a:rPr>
              <a:t>i</a:t>
            </a:r>
            <a:r>
              <a:rPr b="1" sz="3300" lang="en-US">
                <a:solidFill>
                  <a:srgbClr val="000000"/>
                </a:solidFill>
              </a:rPr>
              <a:t>z</a:t>
            </a:r>
            <a:r>
              <a:rPr b="1" sz="3300" lang="en-US">
                <a:solidFill>
                  <a:srgbClr val="000000"/>
                </a:solidFill>
              </a:rPr>
              <a:t>i</a:t>
            </a:r>
            <a:r>
              <a:rPr b="1" sz="3300" lang="en-US">
                <a:solidFill>
                  <a:srgbClr val="000000"/>
                </a:solidFill>
              </a:rPr>
              <a:t>n</a:t>
            </a:r>
            <a:r>
              <a:rPr b="1" sz="3300" lang="en-US">
                <a:solidFill>
                  <a:srgbClr val="000000"/>
                </a:solidFill>
              </a:rPr>
              <a:t>a</a:t>
            </a:r>
            <a:r>
              <a:rPr b="1" sz="3300" lang="en-US">
                <a:solidFill>
                  <a:srgbClr val="000000"/>
                </a:solidFill>
              </a:rPr>
              <a:t> </a:t>
            </a:r>
            <a:r>
              <a:rPr b="1" sz="3300" lang="en-US">
                <a:solidFill>
                  <a:srgbClr val="000000"/>
                </a:solidFill>
              </a:rPr>
              <a:t>z</a:t>
            </a:r>
            <a:r>
              <a:rPr b="1" sz="3300" lang="en-US">
                <a:solidFill>
                  <a:srgbClr val="000000"/>
                </a:solidFill>
              </a:rPr>
              <a:t>o</a:t>
            </a:r>
            <a:r>
              <a:rPr b="1" sz="3300" lang="en-US">
                <a:solidFill>
                  <a:srgbClr val="000000"/>
                </a:solidFill>
              </a:rPr>
              <a:t>t</a:t>
            </a:r>
            <a:r>
              <a:rPr b="1" sz="3300" lang="en-US">
                <a:solidFill>
                  <a:srgbClr val="000000"/>
                </a:solidFill>
              </a:rPr>
              <a:t>e</a:t>
            </a:r>
            <a:r>
              <a:rPr b="1" sz="3300" lang="en-US">
                <a:solidFill>
                  <a:srgbClr val="000000"/>
                </a:solidFill>
              </a:rPr>
              <a:t>r</a:t>
            </a:r>
            <a:r>
              <a:rPr b="1" sz="3300" lang="en-US">
                <a:solidFill>
                  <a:srgbClr val="000000"/>
                </a:solidFill>
              </a:rPr>
              <a:t>e</a:t>
            </a:r>
            <a:r>
              <a:rPr b="1" sz="3300" lang="en-US">
                <a:solidFill>
                  <a:srgbClr val="000000"/>
                </a:solidFill>
              </a:rPr>
              <a:t> </a:t>
            </a:r>
            <a:r>
              <a:rPr b="1" sz="3300" lang="en-US">
                <a:solidFill>
                  <a:srgbClr val="000000"/>
                </a:solidFill>
              </a:rPr>
              <a:t>c</a:t>
            </a:r>
            <a:r>
              <a:rPr b="1" sz="3300" lang="en-US">
                <a:solidFill>
                  <a:srgbClr val="000000"/>
                </a:solidFill>
              </a:rPr>
              <a:t>h</a:t>
            </a:r>
            <a:r>
              <a:rPr b="1" sz="3300" lang="en-US">
                <a:solidFill>
                  <a:srgbClr val="000000"/>
                </a:solidFill>
              </a:rPr>
              <a:t>i</a:t>
            </a:r>
            <a:r>
              <a:rPr b="1" sz="3300" lang="en-US">
                <a:solidFill>
                  <a:srgbClr val="000000"/>
                </a:solidFill>
              </a:rPr>
              <a:t>f</a:t>
            </a:r>
            <a:r>
              <a:rPr b="1" sz="3300" lang="en-US">
                <a:solidFill>
                  <a:srgbClr val="000000"/>
                </a:solidFill>
              </a:rPr>
              <a:t>u</a:t>
            </a:r>
            <a:r>
              <a:rPr b="1" sz="3300" lang="en-US">
                <a:solidFill>
                  <a:srgbClr val="000000"/>
                </a:solidFill>
              </a:rPr>
              <a:t>k</a:t>
            </a:r>
            <a:r>
              <a:rPr b="1" sz="3300" lang="en-US">
                <a:solidFill>
                  <a:srgbClr val="000000"/>
                </a:solidFill>
              </a:rPr>
              <a:t>w</a:t>
            </a:r>
            <a:r>
              <a:rPr b="1" sz="3300" lang="en-US">
                <a:solidFill>
                  <a:srgbClr val="000000"/>
                </a:solidFill>
              </a:rPr>
              <a:t>a</a:t>
            </a:r>
            <a:r>
              <a:rPr b="1" sz="3300" lang="en-US">
                <a:solidFill>
                  <a:srgbClr val="000000"/>
                </a:solidFill>
              </a:rPr>
              <a:t> </a:t>
            </a:r>
            <a:r>
              <a:rPr b="1" sz="3300" lang="en-US">
                <a:solidFill>
                  <a:srgbClr val="000000"/>
                </a:solidFill>
              </a:rPr>
              <a:t>c</a:t>
            </a:r>
            <a:r>
              <a:rPr b="1" sz="3300" lang="en-US">
                <a:solidFill>
                  <a:srgbClr val="000000"/>
                </a:solidFill>
              </a:rPr>
              <a:t>h</a:t>
            </a:r>
            <a:r>
              <a:rPr b="1" sz="3300" lang="en-US">
                <a:solidFill>
                  <a:srgbClr val="000000"/>
                </a:solidFill>
              </a:rPr>
              <a:t>a</a:t>
            </a:r>
            <a:r>
              <a:rPr b="1" sz="3300" lang="en-US">
                <a:solidFill>
                  <a:srgbClr val="000000"/>
                </a:solidFill>
              </a:rPr>
              <a:t> </a:t>
            </a:r>
            <a:r>
              <a:rPr b="1" sz="3300" lang="en-US">
                <a:solidFill>
                  <a:srgbClr val="000000"/>
                </a:solidFill>
              </a:rPr>
              <a:t>u</a:t>
            </a:r>
            <a:r>
              <a:rPr b="1" sz="3300" lang="en-US">
                <a:solidFill>
                  <a:srgbClr val="000000"/>
                </a:solidFill>
              </a:rPr>
              <a:t>c</a:t>
            </a:r>
            <a:r>
              <a:rPr b="1" sz="3300" lang="en-US">
                <a:solidFill>
                  <a:srgbClr val="000000"/>
                </a:solidFill>
              </a:rPr>
              <a:t>h</a:t>
            </a:r>
            <a:r>
              <a:rPr b="1" sz="3300" lang="en-US">
                <a:solidFill>
                  <a:srgbClr val="000000"/>
                </a:solidFill>
              </a:rPr>
              <a:t>i</a:t>
            </a:r>
            <a:r>
              <a:rPr b="1" sz="3300" lang="en-US">
                <a:solidFill>
                  <a:srgbClr val="000000"/>
                </a:solidFill>
              </a:rPr>
              <a:t>m</a:t>
            </a:r>
            <a:r>
              <a:rPr b="1" sz="3300" lang="en-US">
                <a:solidFill>
                  <a:srgbClr val="000000"/>
                </a:solidFill>
              </a:rPr>
              <a:t>o</a:t>
            </a:r>
            <a:r>
              <a:rPr b="1" sz="33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b="1" sz="3300" lang="en-US">
                <a:solidFill>
                  <a:srgbClr val="000000"/>
                </a:solidFill>
              </a:rPr>
              <a:t>-</a:t>
            </a:r>
            <a:r>
              <a:rPr b="1" sz="3300" lang="en-US">
                <a:solidFill>
                  <a:srgbClr val="000000"/>
                </a:solidFill>
              </a:rPr>
              <a:t> </a:t>
            </a:r>
            <a:r>
              <a:rPr b="1" sz="3300" lang="en-US">
                <a:solidFill>
                  <a:srgbClr val="000000"/>
                </a:solidFill>
              </a:rPr>
              <a:t>M</a:t>
            </a:r>
            <a:r>
              <a:rPr b="1" sz="3300" lang="en-US">
                <a:solidFill>
                  <a:srgbClr val="000000"/>
                </a:solidFill>
              </a:rPr>
              <a:t>u</a:t>
            </a:r>
            <a:r>
              <a:rPr b="1" sz="3300" lang="en-US">
                <a:solidFill>
                  <a:srgbClr val="000000"/>
                </a:solidFill>
              </a:rPr>
              <a:t>l</a:t>
            </a:r>
            <a:r>
              <a:rPr b="1" sz="3300" lang="en-US">
                <a:solidFill>
                  <a:srgbClr val="000000"/>
                </a:solidFill>
              </a:rPr>
              <a:t>u</a:t>
            </a:r>
            <a:r>
              <a:rPr b="1" sz="3300" lang="en-US">
                <a:solidFill>
                  <a:srgbClr val="000000"/>
                </a:solidFill>
              </a:rPr>
              <a:t>n</a:t>
            </a:r>
            <a:r>
              <a:rPr b="1" sz="3300" lang="en-US">
                <a:solidFill>
                  <a:srgbClr val="000000"/>
                </a:solidFill>
              </a:rPr>
              <a:t>g</a:t>
            </a:r>
            <a:r>
              <a:rPr b="1" sz="3300" lang="en-US">
                <a:solidFill>
                  <a:srgbClr val="000000"/>
                </a:solidFill>
              </a:rPr>
              <a:t>u</a:t>
            </a:r>
            <a:r>
              <a:rPr b="1" sz="3300" lang="en-US">
                <a:solidFill>
                  <a:srgbClr val="000000"/>
                </a:solidFill>
              </a:rPr>
              <a:t> </a:t>
            </a:r>
            <a:r>
              <a:rPr b="1" sz="3300" lang="en-US">
                <a:solidFill>
                  <a:srgbClr val="000000"/>
                </a:solidFill>
              </a:rPr>
              <a:t>a</a:t>
            </a:r>
            <a:r>
              <a:rPr b="1" sz="3300" lang="en-US">
                <a:solidFill>
                  <a:srgbClr val="000000"/>
                </a:solidFill>
              </a:rPr>
              <a:t>m</a:t>
            </a:r>
            <a:r>
              <a:rPr b="1" sz="3300" lang="en-US">
                <a:solidFill>
                  <a:srgbClr val="000000"/>
                </a:solidFill>
              </a:rPr>
              <a:t>a</a:t>
            </a:r>
            <a:r>
              <a:rPr b="1" sz="3300" lang="en-US">
                <a:solidFill>
                  <a:srgbClr val="000000"/>
                </a:solidFill>
              </a:rPr>
              <a:t>t</a:t>
            </a:r>
            <a:r>
              <a:rPr b="1" sz="3300" lang="en-US">
                <a:solidFill>
                  <a:srgbClr val="000000"/>
                </a:solidFill>
              </a:rPr>
              <a:t>i</a:t>
            </a:r>
            <a:r>
              <a:rPr b="1" sz="3300" lang="en-US">
                <a:solidFill>
                  <a:srgbClr val="000000"/>
                </a:solidFill>
              </a:rPr>
              <a:t>f</a:t>
            </a:r>
            <a:r>
              <a:rPr b="1" sz="3300" lang="en-US">
                <a:solidFill>
                  <a:srgbClr val="000000"/>
                </a:solidFill>
              </a:rPr>
              <a:t>u</a:t>
            </a:r>
            <a:r>
              <a:rPr b="1" sz="3300" lang="en-US">
                <a:solidFill>
                  <a:srgbClr val="000000"/>
                </a:solidFill>
              </a:rPr>
              <a:t>n</a:t>
            </a:r>
            <a:r>
              <a:rPr b="1" sz="3300" lang="en-US">
                <a:solidFill>
                  <a:srgbClr val="000000"/>
                </a:solidFill>
              </a:rPr>
              <a:t>i</a:t>
            </a:r>
            <a:r>
              <a:rPr b="1" sz="3300" lang="en-US">
                <a:solidFill>
                  <a:srgbClr val="000000"/>
                </a:solidFill>
              </a:rPr>
              <a:t>l</a:t>
            </a:r>
            <a:r>
              <a:rPr b="1" sz="3300" lang="en-US">
                <a:solidFill>
                  <a:srgbClr val="000000"/>
                </a:solidFill>
              </a:rPr>
              <a:t>a</a:t>
            </a:r>
            <a:r>
              <a:rPr b="1" sz="3300" lang="en-US">
                <a:solidFill>
                  <a:srgbClr val="000000"/>
                </a:solidFill>
              </a:rPr>
              <a:t> </a:t>
            </a:r>
            <a:r>
              <a:rPr b="1" sz="3300" lang="en-US">
                <a:solidFill>
                  <a:srgbClr val="000000"/>
                </a:solidFill>
              </a:rPr>
              <a:t>z</a:t>
            </a:r>
            <a:r>
              <a:rPr b="1" sz="3300" lang="en-US">
                <a:solidFill>
                  <a:srgbClr val="000000"/>
                </a:solidFill>
              </a:rPr>
              <a:t>a</a:t>
            </a:r>
            <a:r>
              <a:rPr b="1" sz="3300" lang="en-US">
                <a:solidFill>
                  <a:srgbClr val="000000"/>
                </a:solidFill>
              </a:rPr>
              <a:t>b</a:t>
            </a:r>
            <a:r>
              <a:rPr b="1" sz="3300" lang="en-US">
                <a:solidFill>
                  <a:srgbClr val="000000"/>
                </a:solidFill>
              </a:rPr>
              <a:t>w</a:t>
            </a:r>
            <a:r>
              <a:rPr b="1" sz="3300" lang="en-US">
                <a:solidFill>
                  <a:srgbClr val="000000"/>
                </a:solidFill>
              </a:rPr>
              <a:t>i</a:t>
            </a:r>
            <a:r>
              <a:rPr b="1" sz="3300" lang="en-US">
                <a:solidFill>
                  <a:srgbClr val="000000"/>
                </a:solidFill>
              </a:rPr>
              <a:t>n</a:t>
            </a:r>
            <a:r>
              <a:rPr b="1" sz="3300" lang="en-US">
                <a:solidFill>
                  <a:srgbClr val="000000"/>
                </a:solidFill>
              </a:rPr>
              <a:t>o</a:t>
            </a:r>
            <a:r>
              <a:rPr b="1" sz="33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lang="en-US">
                <a:solidFill>
                  <a:srgbClr val="800000"/>
                </a:solidFill>
              </a:rPr>
              <a:t>Y</a:t>
            </a:r>
            <a:r>
              <a:rPr b="1" lang="en-US">
                <a:solidFill>
                  <a:srgbClr val="800000"/>
                </a:solidFill>
              </a:rPr>
              <a:t>o</a:t>
            </a:r>
            <a:r>
              <a:rPr b="1" lang="en-US">
                <a:solidFill>
                  <a:srgbClr val="800000"/>
                </a:solidFill>
              </a:rPr>
              <a:t>h</a:t>
            </a:r>
            <a:r>
              <a:rPr b="1" lang="en-US">
                <a:solidFill>
                  <a:srgbClr val="800000"/>
                </a:solidFill>
              </a:rPr>
              <a:t>a</a:t>
            </a:r>
            <a:r>
              <a:rPr b="1" lang="en-US">
                <a:solidFill>
                  <a:srgbClr val="800000"/>
                </a:solidFill>
              </a:rPr>
              <a:t>n</a:t>
            </a:r>
            <a:r>
              <a:rPr b="1" lang="en-US">
                <a:solidFill>
                  <a:srgbClr val="800000"/>
                </a:solidFill>
              </a:rPr>
              <a:t>e</a:t>
            </a:r>
            <a:r>
              <a:rPr b="1" lang="en-US">
                <a:solidFill>
                  <a:srgbClr val="800000"/>
                </a:solidFill>
              </a:rPr>
              <a:t> </a:t>
            </a:r>
            <a:r>
              <a:rPr b="1" lang="en-US">
                <a:solidFill>
                  <a:srgbClr val="800000"/>
                </a:solidFill>
              </a:rPr>
              <a:t>3</a:t>
            </a:r>
            <a:r>
              <a:rPr b="1" lang="en-US">
                <a:solidFill>
                  <a:srgbClr val="800000"/>
                </a:solidFill>
              </a:rPr>
              <a:t>:</a:t>
            </a:r>
            <a:r>
              <a:rPr b="1" lang="en-US">
                <a:solidFill>
                  <a:srgbClr val="800000"/>
                </a:solidFill>
              </a:rPr>
              <a:t>1</a:t>
            </a:r>
            <a:r>
              <a:rPr b="1" lang="en-US">
                <a:solidFill>
                  <a:srgbClr val="800000"/>
                </a:solidFill>
              </a:rPr>
              <a:t>6</a:t>
            </a:r>
            <a:r>
              <a:rPr b="1" lang="en-US">
                <a:solidFill>
                  <a:srgbClr val="800000"/>
                </a:solidFill>
              </a:rPr>
              <a:t>,</a:t>
            </a:r>
            <a:r>
              <a:rPr b="1" lang="en-US">
                <a:solidFill>
                  <a:srgbClr val="800000"/>
                </a:solidFill>
              </a:rPr>
              <a:t>1</a:t>
            </a:r>
            <a:r>
              <a:rPr b="1" lang="en-US">
                <a:solidFill>
                  <a:srgbClr val="800000"/>
                </a:solidFill>
              </a:rPr>
              <a:t>7</a:t>
            </a:r>
            <a:endParaRPr lang="en-US"/>
          </a:p>
        </p:txBody>
      </p:sp>
      <p:sp>
        <p:nvSpPr>
          <p:cNvPr id="1048607" name="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sz="2800" lang="en-US"/>
              <a:t>C</a:t>
            </a:r>
            <a:r>
              <a:rPr sz="2800" lang="en-US"/>
              <a:t>h</a:t>
            </a:r>
            <a:r>
              <a:rPr sz="2800" lang="en-US"/>
              <a:t>i</a:t>
            </a:r>
            <a:r>
              <a:rPr sz="2800" lang="en-US"/>
              <a:t>k</a:t>
            </a:r>
            <a:r>
              <a:rPr sz="2800" lang="en-US"/>
              <a:t>o</a:t>
            </a:r>
            <a:r>
              <a:rPr sz="2800" lang="en-US"/>
              <a:t>ndi </a:t>
            </a:r>
            <a:r>
              <a:rPr sz="2800" lang="en-US"/>
              <a:t>c</a:t>
            </a:r>
            <a:r>
              <a:rPr sz="2800" lang="en-US"/>
              <a:t>h</a:t>
            </a:r>
            <a:r>
              <a:rPr sz="2800" lang="en-US"/>
              <a:t>a</a:t>
            </a:r>
            <a:r>
              <a:rPr sz="2800" lang="en-US"/>
              <a:t> </a:t>
            </a:r>
            <a:r>
              <a:rPr sz="2800" lang="en-US"/>
              <a:t>Mulungu </a:t>
            </a:r>
            <a:endParaRPr lang="en-US"/>
          </a:p>
        </p:txBody>
      </p:sp>
      <p:sp>
        <p:nvSpPr>
          <p:cNvPr id="1048608" name="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b="1" lang="en-US">
                <a:solidFill>
                  <a:srgbClr val="002060"/>
                </a:solidFill>
              </a:rPr>
              <a:t>A</a:t>
            </a:r>
            <a:r>
              <a:rPr b="1" lang="en-US">
                <a:solidFill>
                  <a:srgbClr val="002060"/>
                </a:solidFill>
              </a:rPr>
              <a:t>n</a:t>
            </a:r>
            <a:r>
              <a:rPr b="1" lang="en-US">
                <a:solidFill>
                  <a:srgbClr val="002060"/>
                </a:solidFill>
              </a:rPr>
              <a:t>a</a:t>
            </a:r>
            <a:r>
              <a:rPr b="1" lang="en-US">
                <a:solidFill>
                  <a:srgbClr val="002060"/>
                </a:solidFill>
              </a:rPr>
              <a:t>k</a:t>
            </a:r>
            <a:r>
              <a:rPr b="1" lang="en-US">
                <a:solidFill>
                  <a:srgbClr val="002060"/>
                </a:solidFill>
              </a:rPr>
              <a:t>o</a:t>
            </a:r>
            <a:r>
              <a:rPr b="1" lang="en-US">
                <a:solidFill>
                  <a:srgbClr val="002060"/>
                </a:solidFill>
              </a:rPr>
              <a:t>n</a:t>
            </a:r>
            <a:r>
              <a:rPr b="1" lang="en-US">
                <a:solidFill>
                  <a:srgbClr val="002060"/>
                </a:solidFill>
              </a:rPr>
              <a:t>d</a:t>
            </a:r>
            <a:r>
              <a:rPr b="1" lang="en-US">
                <a:solidFill>
                  <a:srgbClr val="002060"/>
                </a:solidFill>
              </a:rPr>
              <a:t>a</a:t>
            </a:r>
            <a:r>
              <a:rPr b="1" lang="en-US">
                <a:solidFill>
                  <a:srgbClr val="002060"/>
                </a:solidFill>
              </a:rPr>
              <a:t> </a:t>
            </a:r>
            <a:r>
              <a:rPr b="1" lang="en-US">
                <a:solidFill>
                  <a:srgbClr val="002060"/>
                </a:solidFill>
              </a:rPr>
              <a:t>a</a:t>
            </a:r>
            <a:r>
              <a:rPr b="1" lang="en-US">
                <a:solidFill>
                  <a:srgbClr val="002060"/>
                </a:solidFill>
              </a:rPr>
              <a:t>n</a:t>
            </a:r>
            <a:r>
              <a:rPr b="1" lang="en-US">
                <a:solidFill>
                  <a:srgbClr val="002060"/>
                </a:solidFill>
              </a:rPr>
              <a:t>t</a:t>
            </a:r>
            <a:r>
              <a:rPr b="1" lang="en-US">
                <a:solidFill>
                  <a:srgbClr val="002060"/>
                </a:solidFill>
              </a:rPr>
              <a:t>h</a:t>
            </a:r>
            <a:r>
              <a:rPr b="1" lang="en-US">
                <a:solidFill>
                  <a:srgbClr val="002060"/>
                </a:solidFill>
              </a:rPr>
              <a:t>u</a:t>
            </a:r>
            <a:r>
              <a:rPr b="1" lang="en-US">
                <a:solidFill>
                  <a:srgbClr val="002060"/>
                </a:solidFill>
              </a:rPr>
              <a:t> </a:t>
            </a:r>
            <a:r>
              <a:rPr b="1" lang="en-US">
                <a:solidFill>
                  <a:srgbClr val="002060"/>
                </a:solidFill>
              </a:rPr>
              <a:t>a</a:t>
            </a:r>
            <a:r>
              <a:rPr b="1" lang="en-US">
                <a:solidFill>
                  <a:srgbClr val="002060"/>
                </a:solidFill>
              </a:rPr>
              <a:t> </a:t>
            </a:r>
            <a:r>
              <a:rPr b="1" lang="en-US">
                <a:solidFill>
                  <a:srgbClr val="002060"/>
                </a:solidFill>
              </a:rPr>
              <a:t>d</a:t>
            </a:r>
            <a:r>
              <a:rPr b="1" lang="en-US">
                <a:solidFill>
                  <a:srgbClr val="002060"/>
                </a:solidFill>
              </a:rPr>
              <a:t>z</a:t>
            </a:r>
            <a:r>
              <a:rPr b="1" lang="en-US">
                <a:solidFill>
                  <a:srgbClr val="002060"/>
                </a:solidFill>
              </a:rPr>
              <a:t>i</a:t>
            </a:r>
            <a:r>
              <a:rPr b="1" lang="en-US">
                <a:solidFill>
                  <a:srgbClr val="002060"/>
                </a:solidFill>
              </a:rPr>
              <a:t>k</a:t>
            </a:r>
            <a:r>
              <a:rPr b="1" lang="en-US">
                <a:solidFill>
                  <a:srgbClr val="002060"/>
                </a:solidFill>
              </a:rPr>
              <a:t>o</a:t>
            </a:r>
            <a:r>
              <a:rPr b="1" lang="en-US">
                <a:solidFill>
                  <a:srgbClr val="002060"/>
                </a:solidFill>
              </a:rPr>
              <a:t> </a:t>
            </a:r>
            <a:r>
              <a:rPr b="1" lang="en-US">
                <a:solidFill>
                  <a:srgbClr val="002060"/>
                </a:solidFill>
              </a:rPr>
              <a:t>l</a:t>
            </a:r>
            <a:r>
              <a:rPr b="1" lang="en-US">
                <a:solidFill>
                  <a:srgbClr val="002060"/>
                </a:solidFill>
              </a:rPr>
              <a:t>a</a:t>
            </a:r>
            <a:r>
              <a:rPr b="1" lang="en-US">
                <a:solidFill>
                  <a:srgbClr val="002060"/>
                </a:solidFill>
              </a:rPr>
              <a:t>p</a:t>
            </a:r>
            <a:r>
              <a:rPr b="1" lang="en-US">
                <a:solidFill>
                  <a:srgbClr val="002060"/>
                </a:solidFill>
              </a:rPr>
              <a:t>a</a:t>
            </a:r>
            <a:r>
              <a:rPr b="1" lang="en-US">
                <a:solidFill>
                  <a:srgbClr val="002060"/>
                </a:solidFill>
              </a:rPr>
              <a:t>s</a:t>
            </a:r>
            <a:r>
              <a:rPr b="1" lang="en-US">
                <a:solidFill>
                  <a:srgbClr val="002060"/>
                </a:solidFill>
              </a:rPr>
              <a:t>i</a:t>
            </a:r>
            <a:endParaRPr lang="en-US"/>
          </a:p>
          <a:p>
            <a:r>
              <a:rPr b="1" lang="en-US">
                <a:solidFill>
                  <a:srgbClr val="002060"/>
                </a:solidFill>
              </a:rPr>
              <a:t>Chifukwa </a:t>
            </a:r>
            <a:r>
              <a:rPr b="1" lang="en-US">
                <a:solidFill>
                  <a:srgbClr val="002060"/>
                </a:solidFill>
              </a:rPr>
              <a:t>c</a:t>
            </a:r>
            <a:r>
              <a:rPr b="1" lang="en-US">
                <a:solidFill>
                  <a:srgbClr val="002060"/>
                </a:solidFill>
              </a:rPr>
              <a:t>h</a:t>
            </a:r>
            <a:r>
              <a:rPr b="1" lang="en-US">
                <a:solidFill>
                  <a:srgbClr val="002060"/>
                </a:solidFill>
              </a:rPr>
              <a:t>o</a:t>
            </a:r>
            <a:r>
              <a:rPr b="1" lang="en-US">
                <a:solidFill>
                  <a:srgbClr val="002060"/>
                </a:solidFill>
              </a:rPr>
              <a:t>k</a:t>
            </a:r>
            <a:r>
              <a:rPr b="1" lang="en-US">
                <a:solidFill>
                  <a:srgbClr val="002060"/>
                </a:solidFill>
              </a:rPr>
              <a:t>o</a:t>
            </a:r>
            <a:r>
              <a:rPr b="1" lang="en-US">
                <a:solidFill>
                  <a:srgbClr val="002060"/>
                </a:solidFill>
              </a:rPr>
              <a:t>n</a:t>
            </a:r>
            <a:r>
              <a:rPr b="1" lang="en-US">
                <a:solidFill>
                  <a:srgbClr val="002060"/>
                </a:solidFill>
              </a:rPr>
              <a:t>d</a:t>
            </a:r>
            <a:r>
              <a:rPr b="1" lang="en-US">
                <a:solidFill>
                  <a:srgbClr val="002060"/>
                </a:solidFill>
              </a:rPr>
              <a:t>a</a:t>
            </a:r>
            <a:r>
              <a:rPr b="1" lang="en-US">
                <a:solidFill>
                  <a:srgbClr val="002060"/>
                </a:solidFill>
              </a:rPr>
              <a:t> </a:t>
            </a:r>
            <a:r>
              <a:rPr b="1" lang="en-US">
                <a:solidFill>
                  <a:srgbClr val="002060"/>
                </a:solidFill>
              </a:rPr>
              <a:t>m</a:t>
            </a:r>
            <a:r>
              <a:rPr b="1" lang="en-US">
                <a:solidFill>
                  <a:srgbClr val="002060"/>
                </a:solidFill>
              </a:rPr>
              <a:t>o</a:t>
            </a:r>
            <a:r>
              <a:rPr b="1" lang="en-US">
                <a:solidFill>
                  <a:srgbClr val="002060"/>
                </a:solidFill>
              </a:rPr>
              <a:t>t</a:t>
            </a:r>
            <a:r>
              <a:rPr b="1" lang="en-US">
                <a:solidFill>
                  <a:srgbClr val="002060"/>
                </a:solidFill>
              </a:rPr>
              <a:t>e</a:t>
            </a:r>
            <a:r>
              <a:rPr b="1" lang="en-US">
                <a:solidFill>
                  <a:srgbClr val="002060"/>
                </a:solidFill>
              </a:rPr>
              <a:t>r</a:t>
            </a:r>
            <a:r>
              <a:rPr b="1" lang="en-US">
                <a:solidFill>
                  <a:srgbClr val="002060"/>
                </a:solidFill>
              </a:rPr>
              <a:t>e</a:t>
            </a:r>
            <a:r>
              <a:rPr b="1" lang="en-US">
                <a:solidFill>
                  <a:srgbClr val="002060"/>
                </a:solidFill>
              </a:rPr>
              <a:t> </a:t>
            </a:r>
            <a:r>
              <a:rPr b="1" lang="en-US">
                <a:solidFill>
                  <a:srgbClr val="002060"/>
                </a:solidFill>
              </a:rPr>
              <a:t>a</a:t>
            </a:r>
            <a:r>
              <a:rPr b="1" lang="en-US">
                <a:solidFill>
                  <a:srgbClr val="002060"/>
                </a:solidFill>
              </a:rPr>
              <a:t>n</a:t>
            </a:r>
            <a:r>
              <a:rPr b="1" lang="en-US">
                <a:solidFill>
                  <a:srgbClr val="002060"/>
                </a:solidFill>
              </a:rPr>
              <a:t>a</a:t>
            </a:r>
            <a:r>
              <a:rPr b="1" lang="en-US">
                <a:solidFill>
                  <a:srgbClr val="002060"/>
                </a:solidFill>
              </a:rPr>
              <a:t>p</a:t>
            </a:r>
            <a:r>
              <a:rPr b="1" lang="en-US">
                <a:solidFill>
                  <a:srgbClr val="002060"/>
                </a:solidFill>
              </a:rPr>
              <a:t>e</a:t>
            </a:r>
            <a:r>
              <a:rPr b="1" lang="en-US">
                <a:solidFill>
                  <a:srgbClr val="002060"/>
                </a:solidFill>
              </a:rPr>
              <a:t>r</a:t>
            </a:r>
            <a:r>
              <a:rPr b="1" lang="en-US">
                <a:solidFill>
                  <a:srgbClr val="002060"/>
                </a:solidFill>
              </a:rPr>
              <a:t>eka </a:t>
            </a:r>
            <a:r>
              <a:rPr b="1" lang="en-US">
                <a:solidFill>
                  <a:srgbClr val="002060"/>
                </a:solidFill>
              </a:rPr>
              <a:t>Mwan</a:t>
            </a:r>
            <a:r>
              <a:rPr b="1" lang="en-US">
                <a:solidFill>
                  <a:srgbClr val="002060"/>
                </a:solidFill>
              </a:rPr>
              <a:t>a</a:t>
            </a:r>
            <a:r>
              <a:rPr b="1" lang="en-US">
                <a:solidFill>
                  <a:srgbClr val="002060"/>
                </a:solidFill>
              </a:rPr>
              <a:t> </a:t>
            </a:r>
            <a:r>
              <a:rPr b="1" lang="en-US">
                <a:solidFill>
                  <a:srgbClr val="002060"/>
                </a:solidFill>
              </a:rPr>
              <a:t>w</a:t>
            </a:r>
            <a:r>
              <a:rPr b="1" lang="en-US">
                <a:solidFill>
                  <a:srgbClr val="002060"/>
                </a:solidFill>
              </a:rPr>
              <a:t>a</a:t>
            </a:r>
            <a:r>
              <a:rPr b="1" lang="en-US">
                <a:solidFill>
                  <a:srgbClr val="002060"/>
                </a:solidFill>
              </a:rPr>
              <a:t>k</a:t>
            </a:r>
            <a:r>
              <a:rPr b="1" lang="en-US">
                <a:solidFill>
                  <a:srgbClr val="002060"/>
                </a:solidFill>
              </a:rPr>
              <a:t>e</a:t>
            </a:r>
            <a:r>
              <a:rPr b="1" lang="en-US">
                <a:solidFill>
                  <a:srgbClr val="002060"/>
                </a:solidFill>
              </a:rPr>
              <a:t> </a:t>
            </a:r>
            <a:r>
              <a:rPr b="1" lang="en-US">
                <a:solidFill>
                  <a:srgbClr val="002060"/>
                </a:solidFill>
              </a:rPr>
              <a:t>y</a:t>
            </a:r>
            <a:r>
              <a:rPr b="1" lang="en-US">
                <a:solidFill>
                  <a:srgbClr val="002060"/>
                </a:solidFill>
              </a:rPr>
              <a:t>e</a:t>
            </a:r>
            <a:r>
              <a:rPr b="1" lang="en-US">
                <a:solidFill>
                  <a:srgbClr val="002060"/>
                </a:solidFill>
              </a:rPr>
              <a:t>k</a:t>
            </a:r>
            <a:r>
              <a:rPr b="1" lang="en-US">
                <a:solidFill>
                  <a:srgbClr val="002060"/>
                </a:solidFill>
              </a:rPr>
              <a:t>h</a:t>
            </a:r>
            <a:r>
              <a:rPr b="1" lang="en-US">
                <a:solidFill>
                  <a:srgbClr val="002060"/>
                </a:solidFill>
              </a:rPr>
              <a:t>a</a:t>
            </a:r>
            <a:endParaRPr lang="en-US"/>
          </a:p>
          <a:p>
            <a:r>
              <a:rPr b="1" lang="en-US">
                <a:solidFill>
                  <a:srgbClr val="002060"/>
                </a:solidFill>
              </a:rPr>
              <a:t>K</a:t>
            </a:r>
            <a:r>
              <a:rPr b="1" lang="en-US">
                <a:solidFill>
                  <a:srgbClr val="002060"/>
                </a:solidFill>
              </a:rPr>
              <a:t>u</a:t>
            </a:r>
            <a:r>
              <a:rPr b="1" lang="en-US">
                <a:solidFill>
                  <a:srgbClr val="002060"/>
                </a:solidFill>
              </a:rPr>
              <a:t>t</a:t>
            </a:r>
            <a:r>
              <a:rPr b="1" lang="en-US">
                <a:solidFill>
                  <a:srgbClr val="002060"/>
                </a:solidFill>
              </a:rPr>
              <a:t>i</a:t>
            </a:r>
            <a:r>
              <a:rPr b="1" lang="en-US">
                <a:solidFill>
                  <a:srgbClr val="002060"/>
                </a:solidFill>
              </a:rPr>
              <a:t> </a:t>
            </a:r>
            <a:r>
              <a:rPr b="1" lang="en-US">
                <a:solidFill>
                  <a:srgbClr val="002060"/>
                </a:solidFill>
              </a:rPr>
              <a:t>y</a:t>
            </a:r>
            <a:r>
              <a:rPr b="1" lang="en-US">
                <a:solidFill>
                  <a:srgbClr val="002060"/>
                </a:solidFill>
              </a:rPr>
              <a:t>e</a:t>
            </a:r>
            <a:r>
              <a:rPr b="1" lang="en-US">
                <a:solidFill>
                  <a:srgbClr val="002060"/>
                </a:solidFill>
              </a:rPr>
              <a:t>n</a:t>
            </a:r>
            <a:r>
              <a:rPr b="1" lang="en-US">
                <a:solidFill>
                  <a:srgbClr val="002060"/>
                </a:solidFill>
              </a:rPr>
              <a:t>s</a:t>
            </a:r>
            <a:r>
              <a:rPr b="1" lang="en-US">
                <a:solidFill>
                  <a:srgbClr val="002060"/>
                </a:solidFill>
              </a:rPr>
              <a:t>e</a:t>
            </a:r>
            <a:r>
              <a:rPr b="1" lang="en-US">
                <a:solidFill>
                  <a:srgbClr val="002060"/>
                </a:solidFill>
              </a:rPr>
              <a:t> </a:t>
            </a:r>
            <a:r>
              <a:rPr b="1" lang="en-US">
                <a:solidFill>
                  <a:srgbClr val="002060"/>
                </a:solidFill>
              </a:rPr>
              <a:t>y</a:t>
            </a:r>
            <a:r>
              <a:rPr b="1" lang="en-US">
                <a:solidFill>
                  <a:srgbClr val="002060"/>
                </a:solidFill>
              </a:rPr>
              <a:t>o</a:t>
            </a:r>
            <a:r>
              <a:rPr b="1" lang="en-US">
                <a:solidFill>
                  <a:srgbClr val="002060"/>
                </a:solidFill>
              </a:rPr>
              <a:t>k</a:t>
            </a:r>
            <a:r>
              <a:rPr b="1" lang="en-US">
                <a:solidFill>
                  <a:srgbClr val="002060"/>
                </a:solidFill>
              </a:rPr>
              <a:t>h</a:t>
            </a:r>
            <a:r>
              <a:rPr b="1" lang="en-US">
                <a:solidFill>
                  <a:srgbClr val="002060"/>
                </a:solidFill>
              </a:rPr>
              <a:t>a</a:t>
            </a:r>
            <a:r>
              <a:rPr b="1" lang="en-US">
                <a:solidFill>
                  <a:srgbClr val="002060"/>
                </a:solidFill>
              </a:rPr>
              <a:t>l</a:t>
            </a:r>
            <a:r>
              <a:rPr b="1" lang="en-US">
                <a:solidFill>
                  <a:srgbClr val="002060"/>
                </a:solidFill>
              </a:rPr>
              <a:t>a</a:t>
            </a:r>
            <a:r>
              <a:rPr b="1" lang="en-US">
                <a:solidFill>
                  <a:srgbClr val="002060"/>
                </a:solidFill>
              </a:rPr>
              <a:t> </a:t>
            </a:r>
            <a:r>
              <a:rPr b="1" lang="en-US">
                <a:solidFill>
                  <a:srgbClr val="002060"/>
                </a:solidFill>
              </a:rPr>
              <a:t>k</a:t>
            </a:r>
            <a:r>
              <a:rPr b="1" lang="en-US">
                <a:solidFill>
                  <a:srgbClr val="002060"/>
                </a:solidFill>
              </a:rPr>
              <a:t>w</a:t>
            </a:r>
            <a:r>
              <a:rPr b="1" lang="en-US">
                <a:solidFill>
                  <a:srgbClr val="002060"/>
                </a:solidFill>
              </a:rPr>
              <a:t>a</a:t>
            </a:r>
            <a:r>
              <a:rPr b="1" lang="en-US">
                <a:solidFill>
                  <a:srgbClr val="002060"/>
                </a:solidFill>
              </a:rPr>
              <a:t> </a:t>
            </a:r>
            <a:r>
              <a:rPr b="1" lang="en-US">
                <a:solidFill>
                  <a:srgbClr val="002060"/>
                </a:solidFill>
              </a:rPr>
              <a:t>i</a:t>
            </a:r>
            <a:r>
              <a:rPr b="1" lang="en-US">
                <a:solidFill>
                  <a:srgbClr val="002060"/>
                </a:solidFill>
              </a:rPr>
              <a:t>y</a:t>
            </a:r>
            <a:r>
              <a:rPr b="1" lang="en-US">
                <a:solidFill>
                  <a:srgbClr val="002060"/>
                </a:solidFill>
              </a:rPr>
              <a:t>e</a:t>
            </a:r>
            <a:r>
              <a:rPr b="1" lang="en-US">
                <a:solidFill>
                  <a:srgbClr val="002060"/>
                </a:solidFill>
              </a:rPr>
              <a:t> </a:t>
            </a:r>
            <a:r>
              <a:rPr b="1" lang="en-US">
                <a:solidFill>
                  <a:srgbClr val="002060"/>
                </a:solidFill>
              </a:rPr>
              <a:t>a</a:t>
            </a:r>
            <a:r>
              <a:rPr b="1" lang="en-US">
                <a:solidFill>
                  <a:srgbClr val="002060"/>
                </a:solidFill>
              </a:rPr>
              <a:t>k</a:t>
            </a:r>
            <a:r>
              <a:rPr b="1" lang="en-US">
                <a:solidFill>
                  <a:srgbClr val="002060"/>
                </a:solidFill>
              </a:rPr>
              <a:t>a</a:t>
            </a:r>
            <a:r>
              <a:rPr b="1" lang="en-US">
                <a:solidFill>
                  <a:srgbClr val="002060"/>
                </a:solidFill>
              </a:rPr>
              <a:t>p</a:t>
            </a:r>
            <a:r>
              <a:rPr b="1" lang="en-US">
                <a:solidFill>
                  <a:srgbClr val="002060"/>
                </a:solidFill>
              </a:rPr>
              <a:t>u</a:t>
            </a:r>
            <a:r>
              <a:rPr b="1" lang="en-US">
                <a:solidFill>
                  <a:srgbClr val="002060"/>
                </a:solidFill>
              </a:rPr>
              <a:t>l</a:t>
            </a:r>
            <a:r>
              <a:rPr b="1" lang="en-US">
                <a:solidFill>
                  <a:srgbClr val="002060"/>
                </a:solidFill>
              </a:rPr>
              <a:t>u</a:t>
            </a:r>
            <a:r>
              <a:rPr b="1" lang="en-US">
                <a:solidFill>
                  <a:srgbClr val="002060"/>
                </a:solidFill>
              </a:rPr>
              <a:t>m</a:t>
            </a:r>
            <a:r>
              <a:rPr b="1" lang="en-US">
                <a:solidFill>
                  <a:srgbClr val="002060"/>
                </a:solidFill>
              </a:rPr>
              <a:t>u</a:t>
            </a:r>
            <a:r>
              <a:rPr b="1" lang="en-US">
                <a:solidFill>
                  <a:srgbClr val="002060"/>
                </a:solidFill>
              </a:rPr>
              <a:t>s</a:t>
            </a:r>
            <a:r>
              <a:rPr b="1" lang="en-US">
                <a:solidFill>
                  <a:srgbClr val="002060"/>
                </a:solidFill>
              </a:rPr>
              <a:t>i</a:t>
            </a:r>
            <a:r>
              <a:rPr b="1" lang="en-US">
                <a:solidFill>
                  <a:srgbClr val="002060"/>
                </a:solidFill>
              </a:rPr>
              <a:t>d</a:t>
            </a:r>
            <a:r>
              <a:rPr b="1" lang="en-US">
                <a:solidFill>
                  <a:srgbClr val="002060"/>
                </a:solidFill>
              </a:rPr>
              <a:t>w</a:t>
            </a:r>
            <a:r>
              <a:rPr b="1" lang="en-US">
                <a:solidFill>
                  <a:srgbClr val="002060"/>
                </a:solidFill>
              </a:rPr>
              <a:t>e</a:t>
            </a:r>
            <a:r>
              <a:rPr b="1" lang="en-US">
                <a:solidFill>
                  <a:srgbClr val="002060"/>
                </a:solidFill>
              </a:rPr>
              <a:t>.</a:t>
            </a:r>
            <a:endParaRPr lang="en-US"/>
          </a:p>
        </p:txBody>
      </p:sp>
      <p:sp>
        <p:nvSpPr>
          <p:cNvPr id="1048609" name="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5833" lnSpcReduction="20000"/>
          </a:bodyPr>
          <a:p>
            <a:r>
              <a:rPr sz="3700" lang="en-US"/>
              <a:t>Mulungu </a:t>
            </a:r>
            <a:r>
              <a:rPr sz="3700" lang="en-US"/>
              <a:t>w</a:t>
            </a:r>
            <a:r>
              <a:rPr sz="3700" lang="en-US"/>
              <a:t>a</a:t>
            </a:r>
            <a:r>
              <a:rPr sz="3700" lang="en-US"/>
              <a:t>b</a:t>
            </a:r>
            <a:r>
              <a:rPr sz="3700" lang="en-US"/>
              <a:t>w</a:t>
            </a:r>
            <a:r>
              <a:rPr sz="3700" lang="en-US"/>
              <a:t>i</a:t>
            </a:r>
            <a:r>
              <a:rPr sz="3700" lang="en-US"/>
              <a:t>n</a:t>
            </a:r>
            <a:r>
              <a:rPr sz="3700" lang="en-US"/>
              <a:t>o</a:t>
            </a:r>
            <a:endParaRPr lang="en-US"/>
          </a:p>
        </p:txBody>
      </p:sp>
      <p:sp>
        <p:nvSpPr>
          <p:cNvPr id="1048610" name="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857" lnSpcReduction="20000"/>
          </a:bodyPr>
          <a:p>
            <a:r>
              <a:rPr b="1" sz="3500" lang="en-US">
                <a:solidFill>
                  <a:srgbClr val="800000"/>
                </a:solidFill>
              </a:rPr>
              <a:t>A</a:t>
            </a:r>
            <a:r>
              <a:rPr b="1" sz="3500" lang="en-US">
                <a:solidFill>
                  <a:srgbClr val="800000"/>
                </a:solidFill>
              </a:rPr>
              <a:t>k</a:t>
            </a:r>
            <a:r>
              <a:rPr b="1" sz="3500" lang="en-US">
                <a:solidFill>
                  <a:srgbClr val="800000"/>
                </a:solidFill>
              </a:rPr>
              <a:t>u</a:t>
            </a:r>
            <a:r>
              <a:rPr b="1" sz="3500" lang="en-US">
                <a:solidFill>
                  <a:srgbClr val="800000"/>
                </a:solidFill>
              </a:rPr>
              <a:t>f</a:t>
            </a:r>
            <a:r>
              <a:rPr b="1" sz="3500" lang="en-US">
                <a:solidFill>
                  <a:srgbClr val="800000"/>
                </a:solidFill>
              </a:rPr>
              <a:t>u</a:t>
            </a:r>
            <a:r>
              <a:rPr b="1" sz="3500" lang="en-US">
                <a:solidFill>
                  <a:srgbClr val="800000"/>
                </a:solidFill>
              </a:rPr>
              <a:t>n</a:t>
            </a:r>
            <a:r>
              <a:rPr b="1" sz="3500" lang="en-US">
                <a:solidFill>
                  <a:srgbClr val="800000"/>
                </a:solidFill>
              </a:rPr>
              <a:t>a</a:t>
            </a:r>
            <a:r>
              <a:rPr b="1" sz="3500" lang="en-US">
                <a:solidFill>
                  <a:srgbClr val="800000"/>
                </a:solidFill>
              </a:rPr>
              <a:t> </a:t>
            </a:r>
            <a:r>
              <a:rPr b="1" sz="3500" lang="en-US">
                <a:solidFill>
                  <a:srgbClr val="800000"/>
                </a:solidFill>
              </a:rPr>
              <a:t>t</a:t>
            </a:r>
            <a:r>
              <a:rPr b="1" sz="3500" lang="en-US">
                <a:solidFill>
                  <a:srgbClr val="800000"/>
                </a:solidFill>
              </a:rPr>
              <a:t>o</a:t>
            </a:r>
            <a:r>
              <a:rPr b="1" sz="3500" lang="en-US">
                <a:solidFill>
                  <a:srgbClr val="800000"/>
                </a:solidFill>
              </a:rPr>
              <a:t>n</a:t>
            </a:r>
            <a:r>
              <a:rPr b="1" sz="3500" lang="en-US">
                <a:solidFill>
                  <a:srgbClr val="800000"/>
                </a:solidFill>
              </a:rPr>
              <a:t>s</a:t>
            </a:r>
            <a:r>
              <a:rPr b="1" sz="3500" lang="en-US">
                <a:solidFill>
                  <a:srgbClr val="800000"/>
                </a:solidFill>
              </a:rPr>
              <a:t>e</a:t>
            </a:r>
            <a:r>
              <a:rPr b="1" sz="3500" lang="en-US">
                <a:solidFill>
                  <a:srgbClr val="800000"/>
                </a:solidFill>
              </a:rPr>
              <a:t> </a:t>
            </a:r>
            <a:r>
              <a:rPr b="1" sz="3500" lang="en-US">
                <a:solidFill>
                  <a:srgbClr val="800000"/>
                </a:solidFill>
              </a:rPr>
              <a:t>t</a:t>
            </a:r>
            <a:r>
              <a:rPr b="1" sz="3500" lang="en-US">
                <a:solidFill>
                  <a:srgbClr val="800000"/>
                </a:solidFill>
              </a:rPr>
              <a:t>i</a:t>
            </a:r>
            <a:r>
              <a:rPr b="1" sz="3500" lang="en-US">
                <a:solidFill>
                  <a:srgbClr val="800000"/>
                </a:solidFill>
              </a:rPr>
              <a:t>k</a:t>
            </a:r>
            <a:r>
              <a:rPr b="1" sz="3500" lang="en-US">
                <a:solidFill>
                  <a:srgbClr val="800000"/>
                </a:solidFill>
              </a:rPr>
              <a:t>a</a:t>
            </a:r>
            <a:r>
              <a:rPr b="1" sz="3500" lang="en-US">
                <a:solidFill>
                  <a:srgbClr val="800000"/>
                </a:solidFill>
              </a:rPr>
              <a:t>p</a:t>
            </a:r>
            <a:r>
              <a:rPr b="1" sz="3500" lang="en-US">
                <a:solidFill>
                  <a:srgbClr val="800000"/>
                </a:solidFill>
              </a:rPr>
              <a:t>u</a:t>
            </a:r>
            <a:r>
              <a:rPr b="1" sz="3500" lang="en-US">
                <a:solidFill>
                  <a:srgbClr val="800000"/>
                </a:solidFill>
              </a:rPr>
              <a:t>l</a:t>
            </a:r>
            <a:r>
              <a:rPr b="1" sz="3500" lang="en-US">
                <a:solidFill>
                  <a:srgbClr val="800000"/>
                </a:solidFill>
              </a:rPr>
              <a:t>u</a:t>
            </a:r>
            <a:r>
              <a:rPr b="1" sz="3500" lang="en-US">
                <a:solidFill>
                  <a:srgbClr val="800000"/>
                </a:solidFill>
              </a:rPr>
              <a:t>m</a:t>
            </a:r>
            <a:r>
              <a:rPr b="1" sz="3500" lang="en-US">
                <a:solidFill>
                  <a:srgbClr val="800000"/>
                </a:solidFill>
              </a:rPr>
              <a:t>u</a:t>
            </a:r>
            <a:r>
              <a:rPr b="1" sz="3500" lang="en-US">
                <a:solidFill>
                  <a:srgbClr val="800000"/>
                </a:solidFill>
              </a:rPr>
              <a:t>k</a:t>
            </a:r>
            <a:r>
              <a:rPr b="1" sz="3500" lang="en-US">
                <a:solidFill>
                  <a:srgbClr val="800000"/>
                </a:solidFill>
              </a:rPr>
              <a:t>e</a:t>
            </a:r>
            <a:endParaRPr lang="en-US"/>
          </a:p>
          <a:p>
            <a:r>
              <a:rPr b="1" sz="3500" lang="en-US">
                <a:solidFill>
                  <a:srgbClr val="800000"/>
                </a:solidFill>
              </a:rPr>
              <a:t>O</a:t>
            </a:r>
            <a:r>
              <a:rPr b="1" sz="3500" lang="en-US">
                <a:solidFill>
                  <a:srgbClr val="800000"/>
                </a:solidFill>
              </a:rPr>
              <a:t>s</a:t>
            </a:r>
            <a:r>
              <a:rPr b="1" sz="3500" lang="en-US">
                <a:solidFill>
                  <a:srgbClr val="800000"/>
                </a:solidFill>
              </a:rPr>
              <a:t>a</a:t>
            </a:r>
            <a:r>
              <a:rPr b="1" sz="3500" lang="en-US">
                <a:solidFill>
                  <a:srgbClr val="800000"/>
                </a:solidFill>
              </a:rPr>
              <a:t>t</a:t>
            </a:r>
            <a:r>
              <a:rPr b="1" sz="3500" lang="en-US">
                <a:solidFill>
                  <a:srgbClr val="800000"/>
                </a:solidFill>
              </a:rPr>
              <a:t>e</a:t>
            </a:r>
            <a:r>
              <a:rPr b="1" sz="3500" lang="en-US">
                <a:solidFill>
                  <a:srgbClr val="800000"/>
                </a:solidFill>
              </a:rPr>
              <a:t>n</a:t>
            </a:r>
            <a:r>
              <a:rPr b="1" sz="3500" lang="en-US">
                <a:solidFill>
                  <a:srgbClr val="800000"/>
                </a:solidFill>
              </a:rPr>
              <a:t>g</a:t>
            </a:r>
            <a:r>
              <a:rPr b="1" sz="3500" lang="en-US">
                <a:solidFill>
                  <a:srgbClr val="800000"/>
                </a:solidFill>
              </a:rPr>
              <a:t>e</a:t>
            </a:r>
            <a:r>
              <a:rPr b="1" sz="3500" lang="en-US">
                <a:solidFill>
                  <a:srgbClr val="800000"/>
                </a:solidFill>
              </a:rPr>
              <a:t>l</a:t>
            </a:r>
            <a:r>
              <a:rPr b="1" sz="3500" lang="en-US">
                <a:solidFill>
                  <a:srgbClr val="800000"/>
                </a:solidFill>
              </a:rPr>
              <a:t>a</a:t>
            </a:r>
            <a:r>
              <a:rPr b="1" sz="3500" lang="en-US">
                <a:solidFill>
                  <a:srgbClr val="800000"/>
                </a:solidFill>
              </a:rPr>
              <a:t> </a:t>
            </a:r>
            <a:r>
              <a:rPr b="1" sz="3500" lang="en-US">
                <a:solidFill>
                  <a:srgbClr val="800000"/>
                </a:solidFill>
              </a:rPr>
              <a:t>m</a:t>
            </a:r>
            <a:r>
              <a:rPr b="1" sz="3500" lang="en-US">
                <a:solidFill>
                  <a:srgbClr val="800000"/>
                </a:solidFill>
              </a:rPr>
              <a:t>a</a:t>
            </a:r>
            <a:r>
              <a:rPr b="1" sz="3500" lang="en-US">
                <a:solidFill>
                  <a:srgbClr val="800000"/>
                </a:solidFill>
              </a:rPr>
              <a:t>o</a:t>
            </a:r>
            <a:r>
              <a:rPr b="1" sz="3500" lang="en-US">
                <a:solidFill>
                  <a:srgbClr val="800000"/>
                </a:solidFill>
              </a:rPr>
              <a:t>n</a:t>
            </a:r>
            <a:r>
              <a:rPr b="1" sz="3500" lang="en-US">
                <a:solidFill>
                  <a:srgbClr val="800000"/>
                </a:solidFill>
              </a:rPr>
              <a:t>e</a:t>
            </a:r>
            <a:r>
              <a:rPr b="1" sz="3500" lang="en-US">
                <a:solidFill>
                  <a:srgbClr val="800000"/>
                </a:solidFill>
              </a:rPr>
              <a:t>k</a:t>
            </a:r>
            <a:r>
              <a:rPr b="1" sz="3500" lang="en-US">
                <a:solidFill>
                  <a:srgbClr val="800000"/>
                </a:solidFill>
              </a:rPr>
              <a:t>e</a:t>
            </a:r>
            <a:r>
              <a:rPr b="1" sz="3500" lang="en-US">
                <a:solidFill>
                  <a:srgbClr val="800000"/>
                </a:solidFill>
              </a:rPr>
              <a:t>d</a:t>
            </a:r>
            <a:r>
              <a:rPr b="1" sz="3500" lang="en-US">
                <a:solidFill>
                  <a:srgbClr val="800000"/>
                </a:solidFill>
              </a:rPr>
              <a:t>w</a:t>
            </a:r>
            <a:r>
              <a:rPr b="1" sz="3500" lang="en-US">
                <a:solidFill>
                  <a:srgbClr val="800000"/>
                </a:solidFill>
              </a:rPr>
              <a:t>e</a:t>
            </a:r>
            <a:r>
              <a:rPr b="1" sz="3500" lang="en-US">
                <a:solidFill>
                  <a:srgbClr val="800000"/>
                </a:solidFill>
              </a:rPr>
              <a:t> </a:t>
            </a:r>
            <a:r>
              <a:rPr b="1" sz="3500" lang="en-US">
                <a:solidFill>
                  <a:srgbClr val="800000"/>
                </a:solidFill>
              </a:rPr>
              <a:t>a</a:t>
            </a:r>
            <a:r>
              <a:rPr b="1" sz="3500" lang="en-US">
                <a:solidFill>
                  <a:srgbClr val="800000"/>
                </a:solidFill>
              </a:rPr>
              <a:t>t</a:t>
            </a:r>
            <a:r>
              <a:rPr b="1" sz="3500" lang="en-US">
                <a:solidFill>
                  <a:srgbClr val="800000"/>
                </a:solidFill>
              </a:rPr>
              <a:t>h</a:t>
            </a:r>
            <a:r>
              <a:rPr b="1" sz="3500" lang="en-US">
                <a:solidFill>
                  <a:srgbClr val="800000"/>
                </a:solidFill>
              </a:rPr>
              <a:t>u</a:t>
            </a:r>
            <a:r>
              <a:rPr b="1" sz="3500" lang="en-US">
                <a:solidFill>
                  <a:srgbClr val="800000"/>
                </a:solidFill>
              </a:rPr>
              <a:t>,</a:t>
            </a:r>
            <a:r>
              <a:rPr b="1" sz="3500" lang="en-US">
                <a:solidFill>
                  <a:srgbClr val="800000"/>
                </a:solidFill>
              </a:rPr>
              <a:t> </a:t>
            </a:r>
            <a:r>
              <a:rPr b="1" sz="3500" lang="en-US">
                <a:solidFill>
                  <a:srgbClr val="800000"/>
                </a:solidFill>
              </a:rPr>
              <a:t>m</a:t>
            </a:r>
            <a:r>
              <a:rPr b="1" sz="3500" lang="en-US">
                <a:solidFill>
                  <a:srgbClr val="800000"/>
                </a:solidFill>
              </a:rPr>
              <a:t>a</a:t>
            </a:r>
            <a:r>
              <a:rPr b="1" sz="3500" lang="en-US">
                <a:solidFill>
                  <a:srgbClr val="800000"/>
                </a:solidFill>
              </a:rPr>
              <a:t>p</a:t>
            </a:r>
            <a:r>
              <a:rPr b="1" sz="3500" lang="en-US">
                <a:solidFill>
                  <a:srgbClr val="800000"/>
                </a:solidFill>
              </a:rPr>
              <a:t>h</a:t>
            </a:r>
            <a:r>
              <a:rPr b="1" sz="3500" lang="en-US">
                <a:solidFill>
                  <a:srgbClr val="800000"/>
                </a:solidFill>
              </a:rPr>
              <a:t>u</a:t>
            </a:r>
            <a:r>
              <a:rPr b="1" sz="3500" lang="en-US">
                <a:solidFill>
                  <a:srgbClr val="800000"/>
                </a:solidFill>
              </a:rPr>
              <a:t>n</a:t>
            </a:r>
            <a:r>
              <a:rPr b="1" sz="3500" lang="en-US">
                <a:solidFill>
                  <a:srgbClr val="800000"/>
                </a:solidFill>
              </a:rPr>
              <a:t>z</a:t>
            </a:r>
            <a:r>
              <a:rPr b="1" sz="3500" lang="en-US">
                <a:solidFill>
                  <a:srgbClr val="800000"/>
                </a:solidFill>
              </a:rPr>
              <a:t>i</a:t>
            </a:r>
            <a:r>
              <a:rPr b="1" sz="3500" lang="en-US">
                <a:solidFill>
                  <a:srgbClr val="800000"/>
                </a:solidFill>
              </a:rPr>
              <a:t>r</a:t>
            </a:r>
            <a:r>
              <a:rPr b="1" sz="3500" lang="en-US">
                <a:solidFill>
                  <a:srgbClr val="800000"/>
                </a:solidFill>
              </a:rPr>
              <a:t>o</a:t>
            </a:r>
            <a:r>
              <a:rPr b="1" sz="3500" lang="en-US">
                <a:solidFill>
                  <a:srgbClr val="800000"/>
                </a:solidFill>
              </a:rPr>
              <a:t> </a:t>
            </a:r>
            <a:r>
              <a:rPr b="1" sz="3500" lang="en-US">
                <a:solidFill>
                  <a:srgbClr val="800000"/>
                </a:solidFill>
              </a:rPr>
              <a:t>k</a:t>
            </a:r>
            <a:r>
              <a:rPr b="1" sz="3500" lang="en-US">
                <a:solidFill>
                  <a:srgbClr val="800000"/>
                </a:solidFill>
              </a:rPr>
              <a:t>a</a:t>
            </a:r>
            <a:r>
              <a:rPr b="1" sz="3500" lang="en-US">
                <a:solidFill>
                  <a:srgbClr val="800000"/>
                </a:solidFill>
              </a:rPr>
              <a:t>p</a:t>
            </a:r>
            <a:r>
              <a:rPr b="1" sz="3500" lang="en-US">
                <a:solidFill>
                  <a:srgbClr val="800000"/>
                </a:solidFill>
              </a:rPr>
              <a:t>e</a:t>
            </a:r>
            <a:r>
              <a:rPr b="1" sz="3500" lang="en-US">
                <a:solidFill>
                  <a:srgbClr val="800000"/>
                </a:solidFill>
              </a:rPr>
              <a:t>n</a:t>
            </a:r>
            <a:r>
              <a:rPr b="1" sz="3500" lang="en-US">
                <a:solidFill>
                  <a:srgbClr val="800000"/>
                </a:solidFill>
              </a:rPr>
              <a:t>a</a:t>
            </a:r>
            <a:r>
              <a:rPr b="1" sz="3500" lang="en-US">
                <a:solidFill>
                  <a:srgbClr val="800000"/>
                </a:solidFill>
              </a:rPr>
              <a:t> </a:t>
            </a:r>
            <a:r>
              <a:rPr b="1" sz="3500" lang="en-US">
                <a:solidFill>
                  <a:srgbClr val="800000"/>
                </a:solidFill>
              </a:rPr>
              <a:t>c</a:t>
            </a:r>
            <a:r>
              <a:rPr b="1" sz="3500" lang="en-US">
                <a:solidFill>
                  <a:srgbClr val="800000"/>
                </a:solidFill>
              </a:rPr>
              <a:t>h</a:t>
            </a:r>
            <a:r>
              <a:rPr b="1" sz="3500" lang="en-US">
                <a:solidFill>
                  <a:srgbClr val="800000"/>
                </a:solidFill>
              </a:rPr>
              <a:t>i</a:t>
            </a:r>
            <a:r>
              <a:rPr b="1" sz="3500" lang="en-US">
                <a:solidFill>
                  <a:srgbClr val="800000"/>
                </a:solidFill>
              </a:rPr>
              <a:t>k</a:t>
            </a:r>
            <a:r>
              <a:rPr b="1" sz="3500" lang="en-US">
                <a:solidFill>
                  <a:srgbClr val="800000"/>
                </a:solidFill>
              </a:rPr>
              <a:t>h</a:t>
            </a:r>
            <a:r>
              <a:rPr b="1" sz="3500" lang="en-US">
                <a:solidFill>
                  <a:srgbClr val="800000"/>
                </a:solidFill>
              </a:rPr>
              <a:t>a</a:t>
            </a:r>
            <a:r>
              <a:rPr b="1" sz="3500" lang="en-US">
                <a:solidFill>
                  <a:srgbClr val="800000"/>
                </a:solidFill>
              </a:rPr>
              <a:t>l</a:t>
            </a:r>
            <a:r>
              <a:rPr b="1" sz="3500" lang="en-US">
                <a:solidFill>
                  <a:srgbClr val="800000"/>
                </a:solidFill>
              </a:rPr>
              <a:t>i</a:t>
            </a:r>
            <a:r>
              <a:rPr b="1" sz="3500" lang="en-US">
                <a:solidFill>
                  <a:srgbClr val="800000"/>
                </a:solidFill>
              </a:rPr>
              <a:t>d</a:t>
            </a:r>
            <a:r>
              <a:rPr b="1" sz="3500" lang="en-US">
                <a:solidFill>
                  <a:srgbClr val="800000"/>
                </a:solidFill>
              </a:rPr>
              <a:t>w</a:t>
            </a:r>
            <a:r>
              <a:rPr b="1" sz="3500" lang="en-US">
                <a:solidFill>
                  <a:srgbClr val="800000"/>
                </a:solidFill>
              </a:rPr>
              <a:t>e</a:t>
            </a:r>
            <a:r>
              <a:rPr b="1" sz="3500" lang="en-US">
                <a:solidFill>
                  <a:srgbClr val="800000"/>
                </a:solidFill>
              </a:rPr>
              <a:t> </a:t>
            </a:r>
            <a:r>
              <a:rPr b="1" sz="3500" lang="en-US">
                <a:solidFill>
                  <a:srgbClr val="800000"/>
                </a:solidFill>
              </a:rPr>
              <a:t>c</a:t>
            </a:r>
            <a:r>
              <a:rPr b="1" sz="3500" lang="en-US">
                <a:solidFill>
                  <a:srgbClr val="800000"/>
                </a:solidFill>
              </a:rPr>
              <a:t>h</a:t>
            </a:r>
            <a:r>
              <a:rPr b="1" sz="3500" lang="en-US">
                <a:solidFill>
                  <a:srgbClr val="800000"/>
                </a:solidFill>
              </a:rPr>
              <a:t>a</a:t>
            </a:r>
            <a:r>
              <a:rPr b="1" sz="3500" lang="en-US">
                <a:solidFill>
                  <a:srgbClr val="800000"/>
                </a:solidFill>
              </a:rPr>
              <a:t>t</a:t>
            </a:r>
            <a:r>
              <a:rPr b="1" sz="3500" lang="en-US">
                <a:solidFill>
                  <a:srgbClr val="800000"/>
                </a:solidFill>
              </a:rPr>
              <a:t>h</a:t>
            </a:r>
            <a:r>
              <a:rPr b="1" sz="3500" lang="en-US">
                <a:solidFill>
                  <a:srgbClr val="800000"/>
                </a:solidFill>
              </a:rPr>
              <a:t>u</a:t>
            </a:r>
            <a:r>
              <a:rPr b="1" sz="3500" lang="en-US">
                <a:solidFill>
                  <a:srgbClr val="800000"/>
                </a:solidFill>
              </a:rPr>
              <a:t>.</a:t>
            </a:r>
            <a:endParaRPr lang="en-US"/>
          </a:p>
        </p:txBody>
      </p:sp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2983809" y="8162426"/>
            <a:ext cx="7178070" cy="6858000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sz="5000" lang="en-US"/>
              <a:t>Z</a:t>
            </a:r>
            <a:r>
              <a:rPr b="1" sz="5000" lang="en-US"/>
              <a:t>I</a:t>
            </a:r>
            <a:r>
              <a:rPr b="1" sz="5000" lang="en-US"/>
              <a:t>L</a:t>
            </a:r>
            <a:r>
              <a:rPr b="1" sz="5000" lang="en-US"/>
              <a:t>O</a:t>
            </a:r>
            <a:r>
              <a:rPr b="1" sz="5000" lang="en-US"/>
              <a:t>N</a:t>
            </a:r>
            <a:r>
              <a:rPr b="1" sz="5000" lang="en-US"/>
              <a:t>D</a:t>
            </a:r>
            <a:r>
              <a:rPr b="1" sz="5000" lang="en-US"/>
              <a:t>A</a:t>
            </a:r>
            <a:r>
              <a:rPr b="1" sz="5000" lang="en-US"/>
              <a:t> </a:t>
            </a:r>
            <a:r>
              <a:rPr b="1" sz="5000" lang="en-US"/>
              <a:t>Z</a:t>
            </a:r>
            <a:r>
              <a:rPr b="1" sz="5000" lang="en-US"/>
              <a:t>A</a:t>
            </a:r>
            <a:r>
              <a:rPr b="1" sz="5000" lang="en-US"/>
              <a:t> </a:t>
            </a:r>
            <a:r>
              <a:rPr b="1" sz="5000" lang="en-US"/>
              <a:t>P</a:t>
            </a:r>
            <a:r>
              <a:rPr b="1" sz="5000" lang="en-US"/>
              <a:t>A</a:t>
            </a:r>
            <a:r>
              <a:rPr b="1" sz="5000" lang="en-US"/>
              <a:t>K</a:t>
            </a:r>
            <a:r>
              <a:rPr b="1" sz="5000" lang="en-US"/>
              <a:t>H</a:t>
            </a:r>
            <a:r>
              <a:rPr b="1" sz="5000" lang="en-US"/>
              <a:t>O</a:t>
            </a:r>
            <a:r>
              <a:rPr b="1" sz="5000" lang="en-US"/>
              <a:t>S</a:t>
            </a:r>
            <a:r>
              <a:rPr b="1" sz="5000" lang="en-US"/>
              <a:t>I</a:t>
            </a:r>
            <a:endParaRPr lang="en-US"/>
          </a:p>
        </p:txBody>
      </p:sp>
      <p:sp>
        <p:nvSpPr>
          <p:cNvPr id="1048617" name="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b="1" sz="3700" lang="en-US"/>
              <a:t>A</a:t>
            </a:r>
            <a:r>
              <a:rPr b="1" sz="3700" lang="en-US"/>
              <a:t>n</a:t>
            </a:r>
            <a:r>
              <a:rPr b="1" sz="3700" lang="en-US"/>
              <a:t>t</a:t>
            </a:r>
            <a:r>
              <a:rPr b="1" sz="3700" lang="en-US"/>
              <a:t>h</a:t>
            </a:r>
            <a:r>
              <a:rPr b="1" sz="3700" lang="en-US"/>
              <a:t>u</a:t>
            </a:r>
            <a:r>
              <a:rPr b="1" sz="3700" lang="en-US"/>
              <a:t> </a:t>
            </a:r>
            <a:r>
              <a:rPr b="1" sz="3700" lang="en-US"/>
              <a:t>o</a:t>
            </a:r>
            <a:r>
              <a:rPr b="1" sz="3700" lang="en-US"/>
              <a:t>c</a:t>
            </a:r>
            <a:r>
              <a:rPr b="1" sz="3700" lang="en-US"/>
              <a:t>h</a:t>
            </a:r>
            <a:r>
              <a:rPr b="1" sz="3700" lang="en-US"/>
              <a:t>u</a:t>
            </a:r>
            <a:r>
              <a:rPr b="1" sz="3700" lang="en-US"/>
              <a:t>l</a:t>
            </a:r>
            <a:r>
              <a:rPr b="1" sz="3700" lang="en-US"/>
              <a:t>u</a:t>
            </a:r>
            <a:r>
              <a:rPr b="1" sz="3700" lang="en-US"/>
              <a:t>k</a:t>
            </a:r>
            <a:r>
              <a:rPr b="1" sz="3700" lang="en-US"/>
              <a:t>a</a:t>
            </a:r>
            <a:r>
              <a:rPr b="1" sz="3700" lang="en-US"/>
              <a:t> </a:t>
            </a:r>
            <a:r>
              <a:rPr b="1" sz="3700" lang="en-US"/>
              <a:t>a</a:t>
            </a:r>
            <a:r>
              <a:rPr b="1" sz="3700" lang="en-US"/>
              <a:t>kusautsika</a:t>
            </a:r>
            <a:r>
              <a:rPr b="1" sz="3700" lang="en-US"/>
              <a:t> </a:t>
            </a:r>
            <a:r>
              <a:rPr b="1" sz="3700" lang="en-US"/>
              <a:t>n</a:t>
            </a:r>
            <a:r>
              <a:rPr b="1" sz="3700" lang="en-US"/>
              <a:t>d</a:t>
            </a:r>
            <a:r>
              <a:rPr b="1" sz="3700" lang="en-US"/>
              <a:t>i</a:t>
            </a:r>
            <a:r>
              <a:rPr b="1" sz="3700" lang="en-US"/>
              <a:t> </a:t>
            </a:r>
            <a:r>
              <a:rPr b="1" sz="3700" lang="en-US"/>
              <a:t>zilonda</a:t>
            </a:r>
            <a:r>
              <a:rPr b="1" sz="3700" lang="en-US"/>
              <a:t> </a:t>
            </a:r>
            <a:r>
              <a:rPr b="1" sz="3700" lang="en-US"/>
              <a:t>z</a:t>
            </a:r>
            <a:r>
              <a:rPr b="1" sz="3700" lang="en-US"/>
              <a:t>a</a:t>
            </a:r>
            <a:r>
              <a:rPr b="1" sz="3700" lang="en-US"/>
              <a:t>p</a:t>
            </a:r>
            <a:r>
              <a:rPr b="1" sz="3700" lang="en-US"/>
              <a:t>a</a:t>
            </a:r>
            <a:r>
              <a:rPr b="1" sz="3700" lang="en-US"/>
              <a:t>k</a:t>
            </a:r>
            <a:r>
              <a:rPr b="1" sz="3700" lang="en-US"/>
              <a:t>h</a:t>
            </a:r>
            <a:r>
              <a:rPr b="1" sz="3700" lang="en-US"/>
              <a:t>o</a:t>
            </a:r>
            <a:r>
              <a:rPr b="1" sz="3700" lang="en-US"/>
              <a:t>s</a:t>
            </a:r>
            <a:r>
              <a:rPr b="1" sz="3700" lang="en-US"/>
              <a:t>i</a:t>
            </a:r>
            <a:r>
              <a:rPr b="1" sz="3700" lang="en-US"/>
              <a:t> </a:t>
            </a:r>
            <a:r>
              <a:rPr b="1" sz="3700" lang="en-US"/>
              <a:t>(</a:t>
            </a:r>
            <a:r>
              <a:rPr b="1" sz="3700" lang="en-US"/>
              <a:t> </a:t>
            </a:r>
            <a:r>
              <a:rPr b="1" sz="3700" lang="en-US"/>
              <a:t>s</a:t>
            </a:r>
            <a:r>
              <a:rPr b="1" sz="3700" lang="en-US"/>
              <a:t>orethroa</a:t>
            </a:r>
            <a:r>
              <a:rPr b="1" sz="3700" lang="en-US"/>
              <a:t>t</a:t>
            </a:r>
            <a:r>
              <a:rPr b="1" sz="3700" lang="en-US"/>
              <a:t>s</a:t>
            </a:r>
            <a:r>
              <a:rPr b="1" sz="3700" lang="en-US"/>
              <a:t>)</a:t>
            </a:r>
            <a:r>
              <a:rPr b="1" sz="3700" lang="en-US"/>
              <a:t>Ana</a:t>
            </a:r>
            <a:r>
              <a:rPr b="1" sz="3700" lang="en-US"/>
              <a:t> </a:t>
            </a:r>
            <a:r>
              <a:rPr b="1" sz="3700" lang="en-US"/>
              <a:t>k</a:t>
            </a:r>
            <a:r>
              <a:rPr b="1" sz="3700" lang="en-US"/>
              <a:t>o</a:t>
            </a:r>
            <a:r>
              <a:rPr b="1" sz="3700" lang="en-US"/>
              <a:t>m</a:t>
            </a:r>
            <a:r>
              <a:rPr b="1" sz="3700" lang="en-US"/>
              <a:t>a</a:t>
            </a:r>
            <a:r>
              <a:rPr b="1" sz="3700" lang="en-US"/>
              <a:t>s</a:t>
            </a:r>
            <a:r>
              <a:rPr b="1" sz="3700" lang="en-US"/>
              <a:t>o</a:t>
            </a:r>
            <a:r>
              <a:rPr b="1" sz="3700" lang="en-US"/>
              <a:t> </a:t>
            </a:r>
            <a:r>
              <a:rPr b="1" sz="3700" lang="en-US"/>
              <a:t>a</a:t>
            </a:r>
            <a:r>
              <a:rPr b="1" sz="3700" lang="en-US"/>
              <a:t>k</a:t>
            </a:r>
            <a:r>
              <a:rPr b="1" sz="3700" lang="en-US"/>
              <a:t>u</a:t>
            </a:r>
            <a:r>
              <a:rPr b="1" sz="3700" lang="en-US"/>
              <a:t>l</a:t>
            </a:r>
            <a:r>
              <a:rPr b="1" sz="3700" lang="en-US"/>
              <a:t>u</a:t>
            </a:r>
            <a:r>
              <a:rPr b="1" sz="3700" lang="en-US"/>
              <a:t>a</a:t>
            </a:r>
            <a:r>
              <a:rPr b="1" sz="3700" lang="en-US"/>
              <a:t>k</a:t>
            </a:r>
            <a:r>
              <a:rPr b="1" sz="3700" lang="en-US"/>
              <a:t>u</a:t>
            </a:r>
            <a:r>
              <a:rPr b="1" sz="3700" lang="en-US"/>
              <a:t>l</a:t>
            </a:r>
            <a:r>
              <a:rPr b="1" sz="3700" lang="en-US"/>
              <a:t>u</a:t>
            </a:r>
            <a:r>
              <a:rPr b="1" sz="3700" lang="en-US"/>
              <a:t>.</a:t>
            </a:r>
            <a:endParaRPr lang="en-US"/>
          </a:p>
          <a:p>
            <a:r>
              <a:rPr b="1" sz="3700" lang="en-US"/>
              <a:t>A</a:t>
            </a:r>
            <a:r>
              <a:rPr b="1" sz="3700" lang="en-US"/>
              <a:t>m</a:t>
            </a:r>
            <a:r>
              <a:rPr b="1" sz="3700" lang="en-US"/>
              <a:t>b</a:t>
            </a:r>
            <a:r>
              <a:rPr b="1" sz="3700" lang="en-US"/>
              <a:t>i</a:t>
            </a:r>
            <a:r>
              <a:rPr b="1" sz="3700" lang="en-US"/>
              <a:t>r</a:t>
            </a:r>
            <a:r>
              <a:rPr b="1" sz="3700" lang="en-US"/>
              <a:t>i</a:t>
            </a:r>
            <a:r>
              <a:rPr b="1" sz="3700" lang="en-US"/>
              <a:t> </a:t>
            </a:r>
            <a:r>
              <a:rPr b="1" sz="3700" lang="en-US"/>
              <a:t>s</a:t>
            </a:r>
            <a:r>
              <a:rPr b="1" sz="3700" lang="en-US"/>
              <a:t>a</a:t>
            </a:r>
            <a:r>
              <a:rPr b="1" sz="3700" lang="en-US"/>
              <a:t>z</a:t>
            </a:r>
            <a:r>
              <a:rPr b="1" sz="3700" lang="en-US"/>
              <a:t>i</a:t>
            </a:r>
            <a:r>
              <a:rPr b="1" sz="3700" lang="en-US"/>
              <a:t>w</a:t>
            </a:r>
            <a:r>
              <a:rPr b="1" sz="3700" lang="en-US"/>
              <a:t>a</a:t>
            </a:r>
            <a:r>
              <a:rPr b="1" sz="3700" lang="en-US"/>
              <a:t> </a:t>
            </a:r>
            <a:r>
              <a:rPr b="1" sz="3700" lang="en-US"/>
              <a:t>c</a:t>
            </a:r>
            <a:r>
              <a:rPr b="1" sz="3700" lang="en-US"/>
              <a:t>h</a:t>
            </a:r>
            <a:r>
              <a:rPr b="1" sz="3700" lang="en-US"/>
              <a:t>o</a:t>
            </a:r>
            <a:r>
              <a:rPr b="1" sz="3700" lang="en-US"/>
              <a:t>m</a:t>
            </a:r>
            <a:r>
              <a:rPr b="1" sz="3700" lang="en-US"/>
              <a:t>w</a:t>
            </a:r>
            <a:r>
              <a:rPr b="1" sz="3700" lang="en-US"/>
              <a:t>e</a:t>
            </a:r>
            <a:r>
              <a:rPr b="1" sz="3700" lang="en-US"/>
              <a:t> </a:t>
            </a:r>
            <a:r>
              <a:rPr b="1" sz="3700" lang="en-US"/>
              <a:t>c</a:t>
            </a:r>
            <a:r>
              <a:rPr b="1" sz="3700" lang="en-US"/>
              <a:t>h</a:t>
            </a:r>
            <a:r>
              <a:rPr b="1" sz="3700" lang="en-US"/>
              <a:t>i</a:t>
            </a:r>
            <a:r>
              <a:rPr b="1" sz="3700" lang="en-US"/>
              <a:t>m</a:t>
            </a:r>
            <a:r>
              <a:rPr b="1" sz="3700" lang="en-US"/>
              <a:t>a</a:t>
            </a:r>
            <a:r>
              <a:rPr b="1" sz="3700" lang="en-US"/>
              <a:t>y</a:t>
            </a:r>
            <a:r>
              <a:rPr b="1" sz="3700" lang="en-US"/>
              <a:t>a</a:t>
            </a:r>
            <a:r>
              <a:rPr b="1" sz="3700" lang="en-US"/>
              <a:t>m</a:t>
            </a:r>
            <a:r>
              <a:rPr b="1" sz="3700" lang="en-US"/>
              <a:t>b</a:t>
            </a:r>
            <a:r>
              <a:rPr b="1" sz="3700" lang="en-US"/>
              <a:t>i</a:t>
            </a:r>
            <a:r>
              <a:rPr b="1" sz="3700" lang="en-US"/>
              <a:t>s</a:t>
            </a:r>
            <a:r>
              <a:rPr b="1" sz="3700" lang="en-US"/>
              <a:t>a</a:t>
            </a:r>
            <a:r>
              <a:rPr b="1" sz="3700" lang="en-US"/>
              <a:t> </a:t>
            </a:r>
            <a:r>
              <a:rPr b="1" sz="3700" lang="en-US"/>
              <a:t>k</a:t>
            </a:r>
            <a:r>
              <a:rPr b="1" sz="3700" lang="en-US"/>
              <a:t>o</a:t>
            </a:r>
            <a:r>
              <a:rPr b="1" sz="3700" lang="en-US"/>
              <a:t>m</a:t>
            </a:r>
            <a:r>
              <a:rPr b="1" sz="3700" lang="en-US"/>
              <a:t>a</a:t>
            </a:r>
            <a:r>
              <a:rPr b="1" sz="3700" lang="en-US"/>
              <a:t>s</a:t>
            </a:r>
            <a:r>
              <a:rPr b="1" sz="3700" lang="en-US"/>
              <a:t>o</a:t>
            </a:r>
            <a:r>
              <a:rPr b="1" sz="3700" lang="en-US"/>
              <a:t> </a:t>
            </a:r>
            <a:r>
              <a:rPr b="1" sz="3700" lang="en-US"/>
              <a:t>s</a:t>
            </a:r>
            <a:r>
              <a:rPr b="1" sz="3700" lang="en-US"/>
              <a:t>a</a:t>
            </a:r>
            <a:r>
              <a:rPr b="1" sz="3700" lang="en-US"/>
              <a:t>z</a:t>
            </a:r>
            <a:r>
              <a:rPr b="1" sz="3700" lang="en-US"/>
              <a:t>i</a:t>
            </a:r>
            <a:r>
              <a:rPr b="1" sz="3700" lang="en-US"/>
              <a:t>w</a:t>
            </a:r>
            <a:r>
              <a:rPr b="1" sz="3700" lang="en-US"/>
              <a:t>a</a:t>
            </a:r>
            <a:r>
              <a:rPr b="1" sz="3700" lang="en-US"/>
              <a:t> </a:t>
            </a:r>
            <a:r>
              <a:rPr b="1" sz="3700" lang="en-US"/>
              <a:t>z</a:t>
            </a:r>
            <a:r>
              <a:rPr b="1" sz="3700" lang="en-US"/>
              <a:t>o</a:t>
            </a:r>
            <a:r>
              <a:rPr b="1" sz="3700" lang="en-US"/>
              <a:t>t</a:t>
            </a:r>
            <a:r>
              <a:rPr b="1" sz="3700" lang="en-US"/>
              <a:t>i</a:t>
            </a:r>
            <a:r>
              <a:rPr b="1" sz="3700" lang="en-US"/>
              <a:t> </a:t>
            </a:r>
            <a:r>
              <a:rPr b="1" sz="3700" lang="en-US"/>
              <a:t>a</a:t>
            </a:r>
            <a:r>
              <a:rPr b="1" sz="3700" lang="en-US"/>
              <a:t>c</a:t>
            </a:r>
            <a:r>
              <a:rPr b="1" sz="3700" lang="en-US"/>
              <a:t>h</a:t>
            </a:r>
            <a:r>
              <a:rPr b="1" sz="3700" lang="en-US"/>
              <a:t>i</a:t>
            </a:r>
            <a:r>
              <a:rPr b="1" sz="3700" lang="en-US"/>
              <a:t>t</a:t>
            </a:r>
            <a:r>
              <a:rPr b="1" sz="3700" lang="en-US"/>
              <a:t>e</a:t>
            </a:r>
            <a:r>
              <a:rPr b="1" sz="3700" lang="en-US"/>
              <a:t> </a:t>
            </a:r>
            <a:r>
              <a:rPr b="1" sz="3700" lang="en-US"/>
              <a:t>a</a:t>
            </a:r>
            <a:r>
              <a:rPr b="1" sz="3700" lang="en-US"/>
              <a:t>k</a:t>
            </a:r>
            <a:r>
              <a:rPr b="1" sz="3700" lang="en-US"/>
              <a:t>a</a:t>
            </a:r>
            <a:r>
              <a:rPr b="1" sz="3700" lang="en-US"/>
              <a:t>p</a:t>
            </a:r>
            <a:r>
              <a:rPr b="1" sz="3700" lang="en-US"/>
              <a:t>e</a:t>
            </a:r>
            <a:r>
              <a:rPr b="1" sz="3700" lang="en-US"/>
              <a:t>z</a:t>
            </a:r>
            <a:r>
              <a:rPr b="1" sz="3700" lang="en-US"/>
              <a:t>a</a:t>
            </a:r>
            <a:r>
              <a:rPr b="1" sz="3700" lang="en-US"/>
              <a:t>n</a:t>
            </a:r>
            <a:r>
              <a:rPr b="1" sz="3700" lang="en-US"/>
              <a:t>a</a:t>
            </a:r>
            <a:r>
              <a:rPr b="1" sz="3700" lang="en-US"/>
              <a:t> </a:t>
            </a:r>
            <a:r>
              <a:rPr b="1" sz="3700" lang="en-US"/>
              <a:t>n</a:t>
            </a:r>
            <a:r>
              <a:rPr b="1" sz="3700" lang="en-US"/>
              <a:t>d</a:t>
            </a:r>
            <a:r>
              <a:rPr b="1" sz="3700" lang="en-US"/>
              <a:t>i</a:t>
            </a:r>
            <a:r>
              <a:rPr b="1" sz="3700" lang="en-US"/>
              <a:t> </a:t>
            </a:r>
            <a:r>
              <a:rPr b="1" sz="3700" lang="en-US"/>
              <a:t>m</a:t>
            </a:r>
            <a:r>
              <a:rPr b="1" sz="3700" lang="en-US"/>
              <a:t>a</a:t>
            </a:r>
            <a:r>
              <a:rPr b="1" sz="3700" lang="en-US"/>
              <a:t>v</a:t>
            </a:r>
            <a:r>
              <a:rPr b="1" sz="3700" lang="en-US"/>
              <a:t>u</a:t>
            </a:r>
            <a:r>
              <a:rPr b="1" sz="3700" lang="en-US"/>
              <a:t>t</a:t>
            </a:r>
            <a:r>
              <a:rPr b="1" sz="3700" lang="en-US"/>
              <a:t>o</a:t>
            </a:r>
            <a:r>
              <a:rPr b="1" sz="3700" lang="en-US"/>
              <a:t> </a:t>
            </a:r>
            <a:r>
              <a:rPr b="1" sz="3700" lang="en-US"/>
              <a:t>o</a:t>
            </a:r>
            <a:r>
              <a:rPr b="1" sz="3700" lang="en-US"/>
              <a:t>t</a:t>
            </a:r>
            <a:r>
              <a:rPr b="1" sz="3700" lang="en-US"/>
              <a:t>e</a:t>
            </a:r>
            <a:r>
              <a:rPr b="1" sz="3700" lang="en-US"/>
              <a:t>r</a:t>
            </a:r>
            <a:r>
              <a:rPr b="1" sz="3700" lang="en-US"/>
              <a:t>e</a:t>
            </a:r>
            <a:r>
              <a:rPr b="1" sz="3700" lang="en-US"/>
              <a:t>w</a:t>
            </a:r>
            <a:r>
              <a:rPr b="1" sz="3700" lang="en-US"/>
              <a:t>a</a:t>
            </a:r>
            <a:r>
              <a:rPr b="1" sz="3700" lang="en-US"/>
              <a:t>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154758" y="0"/>
            <a:ext cx="7178070" cy="6858000"/>
          </a:xfrm>
          <a:prstGeom prst="rect"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0" y="2113755"/>
            <a:ext cx="5321761" cy="6858000"/>
          </a:xfrm>
          <a:prstGeom prst="rect"/>
        </p:spPr>
      </p:pic>
      <p:sp>
        <p:nvSpPr>
          <p:cNvPr id="1048660" name=""/>
          <p:cNvSpPr txBox="1"/>
          <p:nvPr/>
        </p:nvSpPr>
        <p:spPr>
          <a:xfrm>
            <a:off x="1013362" y="353563"/>
            <a:ext cx="4000000" cy="1209040"/>
          </a:xfrm>
          <a:prstGeom prst="rect"/>
        </p:spPr>
        <p:txBody>
          <a:bodyPr rtlCol="0" wrap="square">
            <a:spAutoFit/>
          </a:bodyPr>
          <a:p>
            <a:r>
              <a:rPr b="1" sz="3800" lang="en-US">
                <a:solidFill>
                  <a:srgbClr val="000000"/>
                </a:solidFill>
              </a:rPr>
              <a:t>Z</a:t>
            </a:r>
            <a:r>
              <a:rPr b="1" sz="3800" lang="en-US">
                <a:solidFill>
                  <a:srgbClr val="000000"/>
                </a:solidFill>
              </a:rPr>
              <a:t>O</a:t>
            </a:r>
            <a:r>
              <a:rPr b="1" sz="3800" lang="en-US">
                <a:solidFill>
                  <a:srgbClr val="000000"/>
                </a:solidFill>
              </a:rPr>
              <a:t>M</a:t>
            </a:r>
            <a:r>
              <a:rPr b="1" sz="3800" lang="en-US">
                <a:solidFill>
                  <a:srgbClr val="000000"/>
                </a:solidFill>
              </a:rPr>
              <a:t>W</a:t>
            </a:r>
            <a:r>
              <a:rPr b="1" sz="3800" lang="en-US">
                <a:solidFill>
                  <a:srgbClr val="000000"/>
                </a:solidFill>
              </a:rPr>
              <a:t>E</a:t>
            </a:r>
            <a:r>
              <a:rPr b="1" sz="3800" lang="en-US">
                <a:solidFill>
                  <a:srgbClr val="000000"/>
                </a:solidFill>
              </a:rPr>
              <a:t> </a:t>
            </a:r>
            <a:r>
              <a:rPr b="1" sz="3800" lang="en-US">
                <a:solidFill>
                  <a:srgbClr val="000000"/>
                </a:solidFill>
              </a:rPr>
              <a:t>Z</a:t>
            </a:r>
            <a:r>
              <a:rPr b="1" sz="3800" lang="en-US">
                <a:solidFill>
                  <a:srgbClr val="000000"/>
                </a:solidFill>
              </a:rPr>
              <a:t>I</a:t>
            </a:r>
            <a:r>
              <a:rPr b="1" sz="3800" lang="en-US">
                <a:solidFill>
                  <a:srgbClr val="000000"/>
                </a:solidFill>
              </a:rPr>
              <a:t>M</a:t>
            </a:r>
            <a:r>
              <a:rPr b="1" sz="3800" lang="en-US">
                <a:solidFill>
                  <a:srgbClr val="000000"/>
                </a:solidFill>
              </a:rPr>
              <a:t>A</a:t>
            </a:r>
            <a:r>
              <a:rPr b="1" sz="3800" lang="en-US">
                <a:solidFill>
                  <a:srgbClr val="000000"/>
                </a:solidFill>
              </a:rPr>
              <a:t>Y</a:t>
            </a:r>
            <a:r>
              <a:rPr b="1" sz="3800" lang="en-US">
                <a:solidFill>
                  <a:srgbClr val="000000"/>
                </a:solidFill>
              </a:rPr>
              <a:t>A</a:t>
            </a:r>
            <a:r>
              <a:rPr b="1" sz="3800" lang="en-US">
                <a:solidFill>
                  <a:srgbClr val="000000"/>
                </a:solidFill>
              </a:rPr>
              <a:t>M</a:t>
            </a:r>
            <a:r>
              <a:rPr b="1" sz="3800" lang="en-US">
                <a:solidFill>
                  <a:srgbClr val="000000"/>
                </a:solidFill>
              </a:rPr>
              <a:t>B</a:t>
            </a:r>
            <a:r>
              <a:rPr b="1" sz="3800" lang="en-US">
                <a:solidFill>
                  <a:srgbClr val="000000"/>
                </a:solidFill>
              </a:rPr>
              <a:t>I</a:t>
            </a:r>
            <a:r>
              <a:rPr b="1" sz="3800" lang="en-US">
                <a:solidFill>
                  <a:srgbClr val="000000"/>
                </a:solidFill>
              </a:rPr>
              <a:t>T</a:t>
            </a:r>
            <a:r>
              <a:rPr b="1" sz="3800" lang="en-US">
                <a:solidFill>
                  <a:srgbClr val="000000"/>
                </a:solidFill>
              </a:rPr>
              <a:t>S</a:t>
            </a:r>
            <a:r>
              <a:rPr b="1" sz="3800" lang="en-US">
                <a:solidFill>
                  <a:srgbClr val="000000"/>
                </a:solidFill>
              </a:rPr>
              <a:t>A</a:t>
            </a:r>
            <a:r>
              <a:rPr b="1" sz="38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</p:txBody>
      </p:sp>
      <p:sp>
        <p:nvSpPr>
          <p:cNvPr id="1048661" name=""/>
          <p:cNvSpPr txBox="1"/>
          <p:nvPr/>
        </p:nvSpPr>
        <p:spPr>
          <a:xfrm>
            <a:off x="5481456" y="1307333"/>
            <a:ext cx="5580782" cy="3558540"/>
          </a:xfrm>
          <a:prstGeom prst="rect"/>
        </p:spPr>
        <p:txBody>
          <a:bodyPr rtlCol="0" wrap="square">
            <a:spAutoFit/>
          </a:bodyPr>
          <a:p>
            <a:r>
              <a:rPr b="1" sz="3400" lang="en-US">
                <a:solidFill>
                  <a:srgbClr val="000000"/>
                </a:solidFill>
              </a:rPr>
              <a:t>T</a:t>
            </a:r>
            <a:r>
              <a:rPr b="1" sz="3400" lang="en-US">
                <a:solidFill>
                  <a:srgbClr val="000000"/>
                </a:solidFill>
              </a:rPr>
              <a:t>i</a:t>
            </a:r>
            <a:r>
              <a:rPr b="1" sz="3400" lang="en-US">
                <a:solidFill>
                  <a:srgbClr val="000000"/>
                </a:solidFill>
              </a:rPr>
              <a:t>o</a:t>
            </a:r>
            <a:r>
              <a:rPr b="1" sz="3400" lang="en-US">
                <a:solidFill>
                  <a:srgbClr val="000000"/>
                </a:solidFill>
              </a:rPr>
              <a:t>n</a:t>
            </a:r>
            <a:r>
              <a:rPr b="1" sz="3400" lang="en-US">
                <a:solidFill>
                  <a:srgbClr val="000000"/>
                </a:solidFill>
              </a:rPr>
              <a:t>e</a:t>
            </a:r>
            <a:r>
              <a:rPr b="1" sz="3400" lang="en-US">
                <a:solidFill>
                  <a:srgbClr val="000000"/>
                </a:solidFill>
              </a:rPr>
              <a:t> </a:t>
            </a:r>
            <a:r>
              <a:rPr b="1" sz="3400" lang="en-US">
                <a:solidFill>
                  <a:srgbClr val="000000"/>
                </a:solidFill>
              </a:rPr>
              <a:t>z</a:t>
            </a:r>
            <a:r>
              <a:rPr b="1" sz="3400" lang="en-US">
                <a:solidFill>
                  <a:srgbClr val="000000"/>
                </a:solidFill>
              </a:rPr>
              <a:t>o</a:t>
            </a:r>
            <a:r>
              <a:rPr b="1" sz="3400" lang="en-US">
                <a:solidFill>
                  <a:srgbClr val="000000"/>
                </a:solidFill>
              </a:rPr>
              <a:t>m</a:t>
            </a:r>
            <a:r>
              <a:rPr b="1" sz="3400" lang="en-US">
                <a:solidFill>
                  <a:srgbClr val="000000"/>
                </a:solidFill>
              </a:rPr>
              <a:t>w</a:t>
            </a:r>
            <a:r>
              <a:rPr b="1" sz="3400" lang="en-US">
                <a:solidFill>
                  <a:srgbClr val="000000"/>
                </a:solidFill>
              </a:rPr>
              <a:t>e</a:t>
            </a:r>
            <a:r>
              <a:rPr b="1" sz="3400" lang="en-US">
                <a:solidFill>
                  <a:srgbClr val="000000"/>
                </a:solidFill>
              </a:rPr>
              <a:t> </a:t>
            </a:r>
            <a:endParaRPr sz="2800" lang="en-US">
              <a:solidFill>
                <a:srgbClr val="000000"/>
              </a:solidFill>
            </a:endParaRPr>
          </a:p>
          <a:p>
            <a:r>
              <a:rPr b="1" sz="3400" lang="en-US">
                <a:solidFill>
                  <a:srgbClr val="000000"/>
                </a:solidFill>
              </a:rPr>
              <a:t>ZIMAYAMBITSA </a:t>
            </a:r>
            <a:endParaRPr sz="2800" lang="en-US">
              <a:solidFill>
                <a:srgbClr val="000000"/>
              </a:solidFill>
            </a:endParaRPr>
          </a:p>
          <a:p>
            <a:r>
              <a:rPr b="1" sz="3400" lang="en-US">
                <a:solidFill>
                  <a:srgbClr val="000000"/>
                </a:solidFill>
              </a:rPr>
              <a:t>V</a:t>
            </a:r>
            <a:r>
              <a:rPr b="1" sz="3400" lang="en-US">
                <a:solidFill>
                  <a:srgbClr val="000000"/>
                </a:solidFill>
              </a:rPr>
              <a:t>u</a:t>
            </a:r>
            <a:r>
              <a:rPr b="1" sz="3400" lang="en-US">
                <a:solidFill>
                  <a:srgbClr val="000000"/>
                </a:solidFill>
              </a:rPr>
              <a:t>t</a:t>
            </a:r>
            <a:r>
              <a:rPr b="1" sz="3400" lang="en-US">
                <a:solidFill>
                  <a:srgbClr val="000000"/>
                </a:solidFill>
              </a:rPr>
              <a:t>o</a:t>
            </a:r>
            <a:r>
              <a:rPr b="1" sz="3400" lang="en-US">
                <a:solidFill>
                  <a:srgbClr val="000000"/>
                </a:solidFill>
              </a:rPr>
              <a:t> </a:t>
            </a:r>
            <a:r>
              <a:rPr b="1" sz="3400" lang="en-US">
                <a:solidFill>
                  <a:srgbClr val="000000"/>
                </a:solidFill>
              </a:rPr>
              <a:t>l</a:t>
            </a:r>
            <a:r>
              <a:rPr b="1" sz="3400" lang="en-US">
                <a:solidFill>
                  <a:srgbClr val="000000"/>
                </a:solidFill>
              </a:rPr>
              <a:t>a</a:t>
            </a:r>
            <a:r>
              <a:rPr b="1" sz="3400" lang="en-US">
                <a:solidFill>
                  <a:srgbClr val="000000"/>
                </a:solidFill>
              </a:rPr>
              <a:t> </a:t>
            </a:r>
            <a:r>
              <a:rPr b="1" sz="3400" lang="en-US">
                <a:solidFill>
                  <a:srgbClr val="000000"/>
                </a:solidFill>
              </a:rPr>
              <a:t>z</a:t>
            </a:r>
            <a:r>
              <a:rPr b="1" sz="3400" lang="en-US">
                <a:solidFill>
                  <a:srgbClr val="000000"/>
                </a:solidFill>
              </a:rPr>
              <a:t>i</a:t>
            </a:r>
            <a:r>
              <a:rPr b="1" sz="3400" lang="en-US">
                <a:solidFill>
                  <a:srgbClr val="000000"/>
                </a:solidFill>
              </a:rPr>
              <a:t>l</a:t>
            </a:r>
            <a:r>
              <a:rPr b="1" sz="3400" lang="en-US">
                <a:solidFill>
                  <a:srgbClr val="000000"/>
                </a:solidFill>
              </a:rPr>
              <a:t>o</a:t>
            </a:r>
            <a:r>
              <a:rPr b="1" sz="3400" lang="en-US">
                <a:solidFill>
                  <a:srgbClr val="000000"/>
                </a:solidFill>
              </a:rPr>
              <a:t>n</a:t>
            </a:r>
            <a:r>
              <a:rPr b="1" sz="3400" lang="en-US">
                <a:solidFill>
                  <a:srgbClr val="000000"/>
                </a:solidFill>
              </a:rPr>
              <a:t>d</a:t>
            </a:r>
            <a:r>
              <a:rPr b="1" sz="3400" lang="en-US">
                <a:solidFill>
                  <a:srgbClr val="000000"/>
                </a:solidFill>
              </a:rPr>
              <a:t>a</a:t>
            </a:r>
            <a:r>
              <a:rPr b="1" sz="3400" lang="en-US">
                <a:solidFill>
                  <a:srgbClr val="000000"/>
                </a:solidFill>
              </a:rPr>
              <a:t> </a:t>
            </a:r>
            <a:endParaRPr sz="2800" lang="en-US">
              <a:solidFill>
                <a:srgbClr val="000000"/>
              </a:solidFill>
            </a:endParaRPr>
          </a:p>
          <a:p>
            <a:r>
              <a:rPr b="1" sz="3400" lang="en-US">
                <a:solidFill>
                  <a:srgbClr val="000000"/>
                </a:solidFill>
              </a:rPr>
              <a:t>Z</a:t>
            </a:r>
            <a:r>
              <a:rPr b="1" sz="3400" lang="en-US">
                <a:solidFill>
                  <a:srgbClr val="000000"/>
                </a:solidFill>
              </a:rPr>
              <a:t>a</a:t>
            </a:r>
            <a:r>
              <a:rPr b="1" sz="3400" lang="en-US">
                <a:solidFill>
                  <a:srgbClr val="000000"/>
                </a:solidFill>
              </a:rPr>
              <a:t>p</a:t>
            </a:r>
            <a:r>
              <a:rPr b="1" sz="3400" lang="en-US">
                <a:solidFill>
                  <a:srgbClr val="000000"/>
                </a:solidFill>
              </a:rPr>
              <a:t>a</a:t>
            </a:r>
            <a:r>
              <a:rPr b="1" sz="3400" lang="en-US">
                <a:solidFill>
                  <a:srgbClr val="000000"/>
                </a:solidFill>
              </a:rPr>
              <a:t> </a:t>
            </a:r>
            <a:r>
              <a:rPr b="1" sz="3400" lang="en-US">
                <a:solidFill>
                  <a:srgbClr val="000000"/>
                </a:solidFill>
              </a:rPr>
              <a:t>k</a:t>
            </a:r>
            <a:r>
              <a:rPr b="1" sz="3400" lang="en-US">
                <a:solidFill>
                  <a:srgbClr val="000000"/>
                </a:solidFill>
              </a:rPr>
              <a:t>h</a:t>
            </a:r>
            <a:r>
              <a:rPr b="1" sz="3400" lang="en-US">
                <a:solidFill>
                  <a:srgbClr val="000000"/>
                </a:solidFill>
              </a:rPr>
              <a:t>o</a:t>
            </a:r>
            <a:r>
              <a:rPr b="1" sz="3400" lang="en-US">
                <a:solidFill>
                  <a:srgbClr val="000000"/>
                </a:solidFill>
              </a:rPr>
              <a:t>s</a:t>
            </a:r>
            <a:r>
              <a:rPr b="1" sz="3400" lang="en-US">
                <a:solidFill>
                  <a:srgbClr val="000000"/>
                </a:solidFill>
              </a:rPr>
              <a:t>i</a:t>
            </a:r>
            <a:r>
              <a:rPr b="1" sz="34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b="1" sz="3400" lang="en-US">
                <a:solidFill>
                  <a:srgbClr val="000000"/>
                </a:solidFill>
              </a:rPr>
              <a:t>C</a:t>
            </a:r>
            <a:r>
              <a:rPr b="1" sz="3400" lang="en-US">
                <a:solidFill>
                  <a:srgbClr val="000000"/>
                </a:solidFill>
              </a:rPr>
              <a:t>h</a:t>
            </a:r>
            <a:r>
              <a:rPr b="1" sz="3400" lang="en-US">
                <a:solidFill>
                  <a:srgbClr val="000000"/>
                </a:solidFill>
              </a:rPr>
              <a:t>i</a:t>
            </a:r>
            <a:r>
              <a:rPr b="1" sz="3400" lang="en-US">
                <a:solidFill>
                  <a:srgbClr val="000000"/>
                </a:solidFill>
              </a:rPr>
              <a:t>y</a:t>
            </a:r>
            <a:r>
              <a:rPr b="1" sz="3400" lang="en-US">
                <a:solidFill>
                  <a:srgbClr val="000000"/>
                </a:solidFill>
              </a:rPr>
              <a:t>a</a:t>
            </a:r>
            <a:r>
              <a:rPr b="1" sz="3400" lang="en-US">
                <a:solidFill>
                  <a:srgbClr val="000000"/>
                </a:solidFill>
              </a:rPr>
              <a:t>m</a:t>
            </a:r>
            <a:r>
              <a:rPr b="1" sz="3400" lang="en-US">
                <a:solidFill>
                  <a:srgbClr val="000000"/>
                </a:solidFill>
              </a:rPr>
              <a:t>b</a:t>
            </a:r>
            <a:r>
              <a:rPr b="1" sz="3400" lang="en-US">
                <a:solidFill>
                  <a:srgbClr val="000000"/>
                </a:solidFill>
              </a:rPr>
              <a:t>i</a:t>
            </a:r>
            <a:r>
              <a:rPr b="1" sz="3400" lang="en-US">
                <a:solidFill>
                  <a:srgbClr val="000000"/>
                </a:solidFill>
              </a:rPr>
              <a:t> </a:t>
            </a:r>
            <a:r>
              <a:rPr b="1" sz="3400" lang="en-US">
                <a:solidFill>
                  <a:srgbClr val="000000"/>
                </a:solidFill>
              </a:rPr>
              <a:t>chake</a:t>
            </a:r>
            <a:endParaRPr sz="2800" lang="en-US">
              <a:solidFill>
                <a:srgbClr val="000000"/>
              </a:solidFill>
            </a:endParaRPr>
          </a:p>
          <a:p>
            <a:r>
              <a:rPr b="1" sz="3400" lang="en-US">
                <a:solidFill>
                  <a:srgbClr val="000000"/>
                </a:solidFill>
              </a:rPr>
              <a:t>C</a:t>
            </a:r>
            <a:r>
              <a:rPr b="1" sz="3400" lang="en-US">
                <a:solidFill>
                  <a:srgbClr val="000000"/>
                </a:solidFill>
              </a:rPr>
              <a:t>h</a:t>
            </a:r>
            <a:r>
              <a:rPr b="1" sz="3400" lang="en-US">
                <a:solidFill>
                  <a:srgbClr val="000000"/>
                </a:solidFill>
              </a:rPr>
              <a:t>o</a:t>
            </a:r>
            <a:r>
              <a:rPr b="1" sz="3400" lang="en-US">
                <a:solidFill>
                  <a:srgbClr val="000000"/>
                </a:solidFill>
              </a:rPr>
              <a:t>t</a:t>
            </a:r>
            <a:r>
              <a:rPr b="1" sz="3400" lang="en-US">
                <a:solidFill>
                  <a:srgbClr val="000000"/>
                </a:solidFill>
              </a:rPr>
              <a:t>a</a:t>
            </a:r>
            <a:r>
              <a:rPr b="1" sz="3400" lang="en-US">
                <a:solidFill>
                  <a:srgbClr val="000000"/>
                </a:solidFill>
              </a:rPr>
              <a:t>n</a:t>
            </a:r>
            <a:r>
              <a:rPr b="1" sz="3400" lang="en-US">
                <a:solidFill>
                  <a:srgbClr val="000000"/>
                </a:solidFill>
              </a:rPr>
              <a:t>i</a:t>
            </a:r>
            <a:r>
              <a:rPr b="1" sz="3400" lang="en-US">
                <a:solidFill>
                  <a:srgbClr val="000000"/>
                </a:solidFill>
              </a:rPr>
              <a:t>?</a:t>
            </a:r>
            <a:r>
              <a:rPr b="1" sz="3400" lang="en-US">
                <a:solidFill>
                  <a:srgbClr val="000000"/>
                </a:solidFill>
              </a:rPr>
              <a:t>?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lang="en-US">
                <a:solidFill>
                  <a:srgbClr val="7030A0"/>
                </a:solidFill>
              </a:rPr>
              <a:t>T</a:t>
            </a:r>
            <a:r>
              <a:rPr b="1" lang="en-US">
                <a:solidFill>
                  <a:srgbClr val="7030A0"/>
                </a:solidFill>
              </a:rPr>
              <a:t>H</a:t>
            </a:r>
            <a:r>
              <a:rPr b="1" lang="en-US">
                <a:solidFill>
                  <a:srgbClr val="7030A0"/>
                </a:solidFill>
              </a:rPr>
              <a:t>E</a:t>
            </a:r>
            <a:r>
              <a:rPr b="1" lang="en-US">
                <a:solidFill>
                  <a:srgbClr val="7030A0"/>
                </a:solidFill>
              </a:rPr>
              <a:t> </a:t>
            </a:r>
            <a:r>
              <a:rPr b="1" lang="en-US">
                <a:solidFill>
                  <a:srgbClr val="7030A0"/>
                </a:solidFill>
              </a:rPr>
              <a:t>C</a:t>
            </a:r>
            <a:r>
              <a:rPr b="1" lang="en-US">
                <a:solidFill>
                  <a:srgbClr val="7030A0"/>
                </a:solidFill>
              </a:rPr>
              <a:t>A</a:t>
            </a:r>
            <a:r>
              <a:rPr b="1" lang="en-US">
                <a:solidFill>
                  <a:srgbClr val="7030A0"/>
                </a:solidFill>
              </a:rPr>
              <a:t>U</a:t>
            </a:r>
            <a:r>
              <a:rPr b="1" lang="en-US">
                <a:solidFill>
                  <a:srgbClr val="7030A0"/>
                </a:solidFill>
              </a:rPr>
              <a:t>S</a:t>
            </a:r>
            <a:r>
              <a:rPr b="1" lang="en-US">
                <a:solidFill>
                  <a:srgbClr val="7030A0"/>
                </a:solidFill>
              </a:rPr>
              <a:t>E</a:t>
            </a:r>
            <a:r>
              <a:rPr b="1" lang="en-US">
                <a:solidFill>
                  <a:srgbClr val="7030A0"/>
                </a:solidFill>
              </a:rPr>
              <a:t>S</a:t>
            </a:r>
            <a:r>
              <a:rPr b="1" lang="en-US">
                <a:solidFill>
                  <a:srgbClr val="7030A0"/>
                </a:solidFill>
              </a:rPr>
              <a:t> </a:t>
            </a:r>
            <a:r>
              <a:rPr b="1" lang="en-US">
                <a:solidFill>
                  <a:srgbClr val="7030A0"/>
                </a:solidFill>
              </a:rPr>
              <a:t>O</a:t>
            </a:r>
            <a:r>
              <a:rPr b="1" lang="en-US">
                <a:solidFill>
                  <a:srgbClr val="7030A0"/>
                </a:solidFill>
              </a:rPr>
              <a:t>F</a:t>
            </a:r>
            <a:r>
              <a:rPr b="1" lang="en-US">
                <a:solidFill>
                  <a:srgbClr val="7030A0"/>
                </a:solidFill>
              </a:rPr>
              <a:t> </a:t>
            </a:r>
            <a:r>
              <a:rPr b="1" lang="en-US">
                <a:solidFill>
                  <a:srgbClr val="7030A0"/>
                </a:solidFill>
              </a:rPr>
              <a:t>S</a:t>
            </a:r>
            <a:r>
              <a:rPr b="1" lang="en-US">
                <a:solidFill>
                  <a:srgbClr val="7030A0"/>
                </a:solidFill>
              </a:rPr>
              <a:t>O</a:t>
            </a:r>
            <a:r>
              <a:rPr b="1" lang="en-US">
                <a:solidFill>
                  <a:srgbClr val="7030A0"/>
                </a:solidFill>
              </a:rPr>
              <a:t>R</a:t>
            </a:r>
            <a:r>
              <a:rPr b="1" lang="en-US">
                <a:solidFill>
                  <a:srgbClr val="7030A0"/>
                </a:solidFill>
              </a:rPr>
              <a:t>E</a:t>
            </a:r>
            <a:r>
              <a:rPr b="1" lang="en-US">
                <a:solidFill>
                  <a:srgbClr val="7030A0"/>
                </a:solidFill>
              </a:rPr>
              <a:t>T</a:t>
            </a:r>
            <a:r>
              <a:rPr b="1" lang="en-US">
                <a:solidFill>
                  <a:srgbClr val="7030A0"/>
                </a:solidFill>
              </a:rPr>
              <a:t>H</a:t>
            </a:r>
            <a:r>
              <a:rPr b="1" lang="en-US">
                <a:solidFill>
                  <a:srgbClr val="7030A0"/>
                </a:solidFill>
              </a:rPr>
              <a:t>R</a:t>
            </a:r>
            <a:r>
              <a:rPr b="1" lang="en-US">
                <a:solidFill>
                  <a:srgbClr val="7030A0"/>
                </a:solidFill>
              </a:rPr>
              <a:t>O</a:t>
            </a:r>
            <a:r>
              <a:rPr b="1" lang="en-US">
                <a:solidFill>
                  <a:srgbClr val="7030A0"/>
                </a:solidFill>
              </a:rPr>
              <a:t>A</a:t>
            </a:r>
            <a:r>
              <a:rPr b="1" lang="en-US">
                <a:solidFill>
                  <a:srgbClr val="7030A0"/>
                </a:solidFill>
              </a:rPr>
              <a:t>T</a:t>
            </a:r>
            <a:r>
              <a:rPr b="1" lang="en-US">
                <a:solidFill>
                  <a:srgbClr val="7030A0"/>
                </a:solidFill>
              </a:rPr>
              <a:t>S</a:t>
            </a:r>
            <a:r>
              <a:rPr b="1" lang="en-US">
                <a:solidFill>
                  <a:srgbClr val="7030A0"/>
                </a:solidFill>
              </a:rPr>
              <a:t>.</a:t>
            </a:r>
            <a:endParaRPr lang="en-US"/>
          </a:p>
        </p:txBody>
      </p:sp>
      <p:sp>
        <p:nvSpPr>
          <p:cNvPr id="1048663" name=""/>
          <p:cNvSpPr>
            <a:spLocks noGrp="1"/>
          </p:cNvSpPr>
          <p:nvPr>
            <p:ph idx="1"/>
          </p:nvPr>
        </p:nvSpPr>
        <p:spPr>
          <a:solidFill>
            <a:srgbClr val="FFC000"/>
          </a:solidFill>
        </p:spPr>
        <p:txBody>
          <a:bodyPr>
            <a:normAutofit fontScale="96429" lnSpcReduction="20000"/>
          </a:bodyPr>
          <a:p>
            <a:r>
              <a:rPr b="1" sz="3500" lang="en-US"/>
              <a:t> </a:t>
            </a:r>
            <a:r>
              <a:rPr b="1" sz="3500" lang="en-US"/>
              <a:t>M</a:t>
            </a:r>
            <a:r>
              <a:rPr b="1" sz="3500" lang="en-US"/>
              <a:t>a</a:t>
            </a:r>
            <a:r>
              <a:rPr b="1" sz="3500" lang="en-US"/>
              <a:t> </a:t>
            </a:r>
            <a:r>
              <a:rPr b="1" sz="3500" lang="en-US"/>
              <a:t>b</a:t>
            </a:r>
            <a:r>
              <a:rPr b="1" sz="3500" lang="en-US"/>
              <a:t>a</a:t>
            </a:r>
            <a:r>
              <a:rPr b="1" sz="3500" lang="en-US"/>
              <a:t>c</a:t>
            </a:r>
            <a:r>
              <a:rPr b="1" sz="3500" lang="en-US"/>
              <a:t>t</a:t>
            </a:r>
            <a:r>
              <a:rPr b="1" sz="3500" lang="en-US"/>
              <a:t>e</a:t>
            </a:r>
            <a:r>
              <a:rPr b="1" sz="3500" lang="en-US"/>
              <a:t>r</a:t>
            </a:r>
            <a:r>
              <a:rPr b="1" sz="3500" lang="en-US"/>
              <a:t>i</a:t>
            </a:r>
            <a:r>
              <a:rPr b="1" sz="3500" lang="en-US"/>
              <a:t>a</a:t>
            </a:r>
            <a:r>
              <a:rPr b="1" sz="3500" lang="en-US"/>
              <a:t>l</a:t>
            </a:r>
            <a:r>
              <a:rPr b="1" sz="3500" lang="en-US"/>
              <a:t> </a:t>
            </a:r>
            <a:r>
              <a:rPr b="1" sz="3500" lang="en-US"/>
              <a:t>n</a:t>
            </a:r>
            <a:r>
              <a:rPr b="1" sz="3500" lang="en-US"/>
              <a:t>d</a:t>
            </a:r>
            <a:r>
              <a:rPr b="1" sz="3500" lang="en-US"/>
              <a:t>i</a:t>
            </a:r>
            <a:r>
              <a:rPr b="1" sz="3500" lang="en-US"/>
              <a:t>m</a:t>
            </a:r>
            <a:r>
              <a:rPr b="1" sz="3500" lang="en-US"/>
              <a:t>a</a:t>
            </a:r>
            <a:r>
              <a:rPr b="1" sz="3500" lang="en-US"/>
              <a:t> </a:t>
            </a:r>
            <a:r>
              <a:rPr b="1" sz="3500" lang="en-US"/>
              <a:t>v</a:t>
            </a:r>
            <a:r>
              <a:rPr b="1" sz="3500" lang="en-US"/>
              <a:t>i</a:t>
            </a:r>
            <a:r>
              <a:rPr b="1" sz="3500" lang="en-US"/>
              <a:t>r</a:t>
            </a:r>
            <a:r>
              <a:rPr b="1" sz="3500" lang="en-US"/>
              <a:t>u</a:t>
            </a:r>
            <a:r>
              <a:rPr b="1" sz="3500" lang="en-US"/>
              <a:t>s</a:t>
            </a:r>
            <a:r>
              <a:rPr b="1" sz="3500" lang="en-US"/>
              <a:t> </a:t>
            </a:r>
            <a:r>
              <a:rPr b="1" sz="3500" lang="en-US"/>
              <a:t>n</a:t>
            </a:r>
            <a:r>
              <a:rPr b="1" sz="3500" lang="en-US"/>
              <a:t>d</a:t>
            </a:r>
            <a:r>
              <a:rPr b="1" sz="3500" lang="en-US"/>
              <a:t>i</a:t>
            </a:r>
            <a:r>
              <a:rPr b="1" sz="3500" lang="en-US"/>
              <a:t> </a:t>
            </a:r>
            <a:r>
              <a:rPr b="1" sz="3500" lang="en-US"/>
              <a:t>o</a:t>
            </a:r>
            <a:r>
              <a:rPr b="1" sz="3500" lang="en-US"/>
              <a:t>m</a:t>
            </a:r>
            <a:r>
              <a:rPr b="1" sz="3500" lang="en-US"/>
              <a:t>w</a:t>
            </a:r>
            <a:r>
              <a:rPr b="1" sz="3500" lang="en-US"/>
              <a:t>e</a:t>
            </a:r>
            <a:r>
              <a:rPr b="1" sz="3500" lang="en-US"/>
              <a:t> </a:t>
            </a:r>
            <a:r>
              <a:rPr b="1" sz="3500" lang="en-US"/>
              <a:t>a</a:t>
            </a:r>
            <a:r>
              <a:rPr b="1" sz="3500" lang="en-US"/>
              <a:t>m</a:t>
            </a:r>
            <a:r>
              <a:rPr b="1" sz="3500" lang="en-US"/>
              <a:t>a</a:t>
            </a:r>
            <a:r>
              <a:rPr b="1" sz="3500" lang="en-US"/>
              <a:t>y</a:t>
            </a:r>
            <a:r>
              <a:rPr b="1" sz="3500" lang="en-US"/>
              <a:t>a</a:t>
            </a:r>
            <a:r>
              <a:rPr b="1" sz="3500" lang="en-US"/>
              <a:t>m</a:t>
            </a:r>
            <a:r>
              <a:rPr b="1" sz="3500" lang="en-US"/>
              <a:t>b</a:t>
            </a:r>
            <a:r>
              <a:rPr b="1" sz="3500" lang="en-US"/>
              <a:t>i</a:t>
            </a:r>
            <a:r>
              <a:rPr b="1" sz="3500" lang="en-US"/>
              <a:t>t</a:t>
            </a:r>
            <a:r>
              <a:rPr b="1" sz="3500" lang="en-US"/>
              <a:t>s</a:t>
            </a:r>
            <a:r>
              <a:rPr b="1" sz="3500" lang="en-US"/>
              <a:t>a</a:t>
            </a:r>
            <a:r>
              <a:rPr b="1" sz="3500" lang="en-US"/>
              <a:t> </a:t>
            </a:r>
            <a:r>
              <a:rPr b="1" sz="3500" lang="en-US"/>
              <a:t>v</a:t>
            </a:r>
            <a:r>
              <a:rPr b="1" sz="3500" lang="en-US"/>
              <a:t>u</a:t>
            </a:r>
            <a:r>
              <a:rPr b="1" sz="3500" lang="en-US"/>
              <a:t>t</a:t>
            </a:r>
            <a:r>
              <a:rPr b="1" sz="3500" lang="en-US"/>
              <a:t>o</a:t>
            </a:r>
            <a:r>
              <a:rPr b="1" sz="3500" lang="en-US"/>
              <a:t>r</a:t>
            </a:r>
            <a:r>
              <a:rPr b="1" sz="3500" lang="en-US"/>
              <a:t>i</a:t>
            </a:r>
            <a:r>
              <a:rPr b="1" sz="3500" lang="en-US"/>
              <a:t>.</a:t>
            </a:r>
            <a:endParaRPr lang="en-US"/>
          </a:p>
          <a:p>
            <a:r>
              <a:rPr b="1" sz="3500" lang="en-US"/>
              <a:t>K</a:t>
            </a:r>
            <a:r>
              <a:rPr b="1" sz="3500" lang="en-US"/>
              <a:t>u</a:t>
            </a:r>
            <a:r>
              <a:rPr b="1" sz="3500" lang="en-US"/>
              <a:t>l</a:t>
            </a:r>
            <a:r>
              <a:rPr b="1" sz="3500" lang="en-US"/>
              <a:t>a</a:t>
            </a:r>
            <a:r>
              <a:rPr b="1" sz="3500" lang="en-US"/>
              <a:t>n</a:t>
            </a:r>
            <a:r>
              <a:rPr b="1" sz="3500" lang="en-US"/>
              <a:t>k</a:t>
            </a:r>
            <a:r>
              <a:rPr b="1" sz="3500" lang="en-US"/>
              <a:t>h</a:t>
            </a:r>
            <a:r>
              <a:rPr b="1" sz="3500" lang="en-US"/>
              <a:t>u</a:t>
            </a:r>
            <a:r>
              <a:rPr b="1" sz="3500" lang="en-US"/>
              <a:t>l</a:t>
            </a:r>
            <a:r>
              <a:rPr b="1" sz="3500" lang="en-US"/>
              <a:t>a</a:t>
            </a:r>
            <a:r>
              <a:rPr b="1" sz="3500" lang="en-US"/>
              <a:t> </a:t>
            </a:r>
            <a:r>
              <a:rPr b="1" sz="3500" lang="en-US"/>
              <a:t>m</a:t>
            </a:r>
            <a:r>
              <a:rPr b="1" sz="3500" lang="en-US"/>
              <a:t>o</a:t>
            </a:r>
            <a:r>
              <a:rPr b="1" sz="3500" lang="en-US"/>
              <a:t>k</a:t>
            </a:r>
            <a:r>
              <a:rPr b="1" sz="3500" lang="en-US"/>
              <a:t>u</a:t>
            </a:r>
            <a:r>
              <a:rPr b="1" sz="3500" lang="en-US"/>
              <a:t>w</a:t>
            </a:r>
            <a:r>
              <a:rPr b="1" sz="3500" lang="en-US"/>
              <a:t>a</a:t>
            </a:r>
            <a:endParaRPr lang="en-US"/>
          </a:p>
          <a:p>
            <a:r>
              <a:rPr b="1" sz="3500" lang="en-US"/>
              <a:t>K</a:t>
            </a:r>
            <a:r>
              <a:rPr b="1" sz="3500" lang="en-US"/>
              <a:t>u</a:t>
            </a:r>
            <a:r>
              <a:rPr b="1" sz="3500" lang="en-US"/>
              <a:t>k</a:t>
            </a:r>
            <a:r>
              <a:rPr b="1" sz="3500" lang="en-US"/>
              <a:t>h</a:t>
            </a:r>
            <a:r>
              <a:rPr b="1" sz="3500" lang="en-US"/>
              <a:t>o</a:t>
            </a:r>
            <a:r>
              <a:rPr b="1" sz="3500" lang="en-US"/>
              <a:t>s</a:t>
            </a:r>
            <a:r>
              <a:rPr b="1" sz="3500" lang="en-US"/>
              <a:t>o</a:t>
            </a:r>
            <a:r>
              <a:rPr b="1" sz="3500" lang="en-US"/>
              <a:t>m</a:t>
            </a:r>
            <a:r>
              <a:rPr b="1" sz="3500" lang="en-US"/>
              <a:t>o</a:t>
            </a:r>
            <a:r>
              <a:rPr b="1" sz="3500" lang="en-US"/>
              <a:t>l</a:t>
            </a:r>
            <a:r>
              <a:rPr b="1" sz="3500" lang="en-US"/>
              <a:t>a</a:t>
            </a:r>
            <a:r>
              <a:rPr b="1" sz="3500" lang="en-US"/>
              <a:t> </a:t>
            </a:r>
            <a:r>
              <a:rPr b="1" sz="3500" lang="en-US"/>
              <a:t>k</a:t>
            </a:r>
            <a:r>
              <a:rPr b="1" sz="3500" lang="en-US"/>
              <a:t>w</a:t>
            </a:r>
            <a:r>
              <a:rPr b="1" sz="3500" lang="en-US"/>
              <a:t>a</a:t>
            </a:r>
            <a:r>
              <a:rPr b="1" sz="3500" lang="en-US"/>
              <a:t> </a:t>
            </a:r>
            <a:r>
              <a:rPr b="1" sz="3500" lang="en-US"/>
              <a:t>n</a:t>
            </a:r>
            <a:r>
              <a:rPr b="1" sz="3500" lang="en-US"/>
              <a:t>t</a:t>
            </a:r>
            <a:r>
              <a:rPr b="1" sz="3500" lang="en-US"/>
              <a:t>h</a:t>
            </a:r>
            <a:r>
              <a:rPr b="1" sz="3500" lang="en-US"/>
              <a:t>a</a:t>
            </a:r>
            <a:r>
              <a:rPr b="1" sz="3500" lang="en-US"/>
              <a:t>w</a:t>
            </a:r>
            <a:r>
              <a:rPr b="1" sz="3500" lang="en-US"/>
              <a:t>i</a:t>
            </a:r>
            <a:r>
              <a:rPr b="1" sz="3500" lang="en-US"/>
              <a:t> </a:t>
            </a:r>
            <a:r>
              <a:rPr b="1" sz="3500" lang="en-US"/>
              <a:t>y</a:t>
            </a:r>
            <a:r>
              <a:rPr b="1" sz="3500" lang="en-US"/>
              <a:t>a</a:t>
            </a:r>
            <a:r>
              <a:rPr b="1" sz="3500" lang="en-US"/>
              <a:t>i</a:t>
            </a:r>
            <a:r>
              <a:rPr b="1" sz="3500" lang="en-US"/>
              <a:t>t</a:t>
            </a:r>
            <a:r>
              <a:rPr b="1" sz="3500" lang="en-US"/>
              <a:t>a</a:t>
            </a:r>
            <a:r>
              <a:rPr b="1" sz="3500" lang="en-US"/>
              <a:t>l</a:t>
            </a:r>
            <a:r>
              <a:rPr b="1" sz="3500" lang="en-US"/>
              <a:t>i</a:t>
            </a:r>
            <a:endParaRPr lang="en-US"/>
          </a:p>
          <a:p>
            <a:r>
              <a:rPr b="1" sz="3500" lang="en-US"/>
              <a:t>U</a:t>
            </a:r>
            <a:r>
              <a:rPr b="1" sz="3500" lang="en-US"/>
              <a:t>t</a:t>
            </a:r>
            <a:r>
              <a:rPr b="1" sz="3500" lang="en-US"/>
              <a:t>s</a:t>
            </a:r>
            <a:r>
              <a:rPr b="1" sz="3500" lang="en-US"/>
              <a:t>i</a:t>
            </a:r>
            <a:r>
              <a:rPr b="1" sz="3500" lang="en-US"/>
              <a:t> </a:t>
            </a:r>
            <a:r>
              <a:rPr b="1" sz="3500" lang="en-US"/>
              <a:t>o</a:t>
            </a:r>
            <a:r>
              <a:rPr b="1" sz="3500" lang="en-US"/>
              <a:t>t</a:t>
            </a:r>
            <a:r>
              <a:rPr b="1" sz="3500" lang="en-US"/>
              <a:t>u</a:t>
            </a:r>
            <a:r>
              <a:rPr b="1" sz="3500" lang="en-US"/>
              <a:t>l</a:t>
            </a:r>
            <a:r>
              <a:rPr b="1" sz="3500" lang="en-US"/>
              <a:t>u</a:t>
            </a:r>
            <a:r>
              <a:rPr b="1" sz="3500" lang="en-US"/>
              <a:t>k</a:t>
            </a:r>
            <a:r>
              <a:rPr b="1" sz="3500" lang="en-US"/>
              <a:t>a</a:t>
            </a:r>
            <a:r>
              <a:rPr b="1" sz="3500" lang="en-US"/>
              <a:t> </a:t>
            </a:r>
            <a:r>
              <a:rPr b="1" sz="3500" lang="en-US"/>
              <a:t>m</a:t>
            </a:r>
            <a:r>
              <a:rPr b="1" sz="3500" lang="en-US"/>
              <a:t>u</a:t>
            </a:r>
            <a:r>
              <a:rPr b="1" sz="3500" lang="en-US"/>
              <a:t>m</a:t>
            </a:r>
            <a:r>
              <a:rPr b="1" sz="3500" lang="en-US"/>
              <a:t>a</a:t>
            </a:r>
            <a:r>
              <a:rPr b="1" sz="3500" lang="en-US"/>
              <a:t> </a:t>
            </a:r>
            <a:r>
              <a:rPr b="1" sz="3500" lang="en-US"/>
              <a:t>e</a:t>
            </a:r>
            <a:r>
              <a:rPr b="1" sz="3500" lang="en-US"/>
              <a:t>n</a:t>
            </a:r>
            <a:r>
              <a:rPr b="1" sz="3500" lang="en-US"/>
              <a:t>g</a:t>
            </a:r>
            <a:r>
              <a:rPr b="1" sz="3500" lang="en-US"/>
              <a:t>i</a:t>
            </a:r>
            <a:r>
              <a:rPr b="1" sz="3500" lang="en-US"/>
              <a:t>n</a:t>
            </a:r>
            <a:r>
              <a:rPr b="1" sz="3500" lang="en-US"/>
              <a:t>e</a:t>
            </a:r>
            <a:endParaRPr lang="en-US"/>
          </a:p>
          <a:p>
            <a:r>
              <a:rPr b="1" sz="3500" lang="en-US"/>
              <a:t>Z</a:t>
            </a:r>
            <a:r>
              <a:rPr b="1" sz="3500" lang="en-US"/>
              <a:t>a</a:t>
            </a:r>
            <a:r>
              <a:rPr b="1" sz="3500" lang="en-US"/>
              <a:t>k</a:t>
            </a:r>
            <a:r>
              <a:rPr b="1" sz="3500" lang="en-US"/>
              <a:t>u</a:t>
            </a:r>
            <a:r>
              <a:rPr b="1" sz="3500" lang="en-US"/>
              <a:t>m</a:t>
            </a:r>
            <a:r>
              <a:rPr b="1" sz="3500" lang="en-US"/>
              <a:t>w</a:t>
            </a:r>
            <a:r>
              <a:rPr b="1" sz="3500" lang="en-US"/>
              <a:t>a</a:t>
            </a:r>
            <a:r>
              <a:rPr b="1" sz="3500" lang="en-US"/>
              <a:t> </a:t>
            </a:r>
            <a:r>
              <a:rPr b="1" sz="3500" lang="en-US"/>
              <a:t>k</a:t>
            </a:r>
            <a:r>
              <a:rPr b="1" sz="3500" lang="en-US"/>
              <a:t>a</a:t>
            </a:r>
            <a:r>
              <a:rPr b="1" sz="3500" lang="en-US"/>
              <a:t>p</a:t>
            </a:r>
            <a:r>
              <a:rPr b="1" sz="3500" lang="en-US"/>
              <a:t>e</a:t>
            </a:r>
            <a:r>
              <a:rPr b="1" sz="3500" lang="en-US"/>
              <a:t>n</a:t>
            </a:r>
            <a:r>
              <a:rPr b="1" sz="3500" lang="en-US"/>
              <a:t>a</a:t>
            </a:r>
            <a:r>
              <a:rPr b="1" sz="3500" lang="en-US"/>
              <a:t> </a:t>
            </a:r>
            <a:r>
              <a:rPr b="1" sz="3500" lang="en-US"/>
              <a:t>z</a:t>
            </a:r>
            <a:r>
              <a:rPr b="1" sz="3500" lang="en-US"/>
              <a:t>a</a:t>
            </a:r>
            <a:r>
              <a:rPr b="1" sz="3500" lang="en-US"/>
              <a:t>k</a:t>
            </a:r>
            <a:r>
              <a:rPr b="1" sz="3500" lang="en-US"/>
              <a:t>u</a:t>
            </a:r>
            <a:r>
              <a:rPr b="1" sz="3500" lang="en-US"/>
              <a:t>d</a:t>
            </a:r>
            <a:r>
              <a:rPr b="1" sz="3500" lang="en-US"/>
              <a:t>y</a:t>
            </a:r>
            <a:r>
              <a:rPr b="1" sz="3500" lang="en-US"/>
              <a:t>a</a:t>
            </a:r>
            <a:r>
              <a:rPr b="1" sz="3500" lang="en-US"/>
              <a:t> </a:t>
            </a:r>
            <a:r>
              <a:rPr b="1" sz="3500" lang="en-US"/>
              <a:t>z</a:t>
            </a:r>
            <a:r>
              <a:rPr b="1" sz="3500" lang="en-US"/>
              <a:t>o</a:t>
            </a:r>
            <a:r>
              <a:rPr b="1" sz="3500" lang="en-US"/>
              <a:t>t</a:t>
            </a:r>
            <a:r>
              <a:rPr b="1" sz="3500" lang="en-US"/>
              <a:t>e</a:t>
            </a:r>
            <a:r>
              <a:rPr b="1" sz="3500" lang="en-US"/>
              <a:t>n</a:t>
            </a:r>
            <a:r>
              <a:rPr b="1" sz="3500" lang="en-US"/>
              <a:t>t</a:t>
            </a:r>
            <a:r>
              <a:rPr b="1" sz="3500" lang="en-US"/>
              <a:t>h</a:t>
            </a:r>
            <a:r>
              <a:rPr b="1" sz="3500" lang="en-US"/>
              <a:t>a</a:t>
            </a:r>
            <a:r>
              <a:rPr b="1" sz="3500" lang="en-US"/>
              <a:t> </a:t>
            </a:r>
            <a:r>
              <a:rPr b="1" sz="3500" lang="en-US"/>
              <a:t>k</a:t>
            </a:r>
            <a:r>
              <a:rPr b="1" sz="3500" lang="en-US"/>
              <a:t>w</a:t>
            </a:r>
            <a:r>
              <a:rPr b="1" sz="3500" lang="en-US"/>
              <a:t>a</a:t>
            </a:r>
            <a:r>
              <a:rPr b="1" sz="3500" lang="en-US"/>
              <a:t>m</a:t>
            </a:r>
            <a:r>
              <a:rPr b="1" sz="3500" lang="en-US"/>
              <a:t>b</a:t>
            </a:r>
            <a:r>
              <a:rPr b="1" sz="3500" lang="en-US"/>
              <a:t>i</a:t>
            </a:r>
            <a:r>
              <a:rPr b="1" sz="3500" lang="en-US"/>
              <a:t>r</a:t>
            </a:r>
            <a:r>
              <a:rPr b="1" sz="3500" lang="en-US"/>
              <a:t>i</a:t>
            </a:r>
            <a:endParaRPr lang="en-US"/>
          </a:p>
          <a:p>
            <a:r>
              <a:rPr b="1" sz="3500" lang="en-US"/>
              <a:t>K</a:t>
            </a:r>
            <a:r>
              <a:rPr b="1" sz="3500" lang="en-US"/>
              <a:t>u</a:t>
            </a:r>
            <a:r>
              <a:rPr b="1" sz="3500" lang="en-US"/>
              <a:t>s</a:t>
            </a:r>
            <a:r>
              <a:rPr b="1" sz="3500" lang="en-US"/>
              <a:t>u</a:t>
            </a:r>
            <a:r>
              <a:rPr b="1" sz="3500" lang="en-US"/>
              <a:t>t</a:t>
            </a:r>
            <a:r>
              <a:rPr b="1" sz="3500" lang="en-US"/>
              <a:t>a</a:t>
            </a:r>
            <a:r>
              <a:rPr b="1" sz="3500" lang="en-US"/>
              <a:t> </a:t>
            </a:r>
            <a:r>
              <a:rPr b="1" sz="3500" lang="en-US"/>
              <a:t>f</a:t>
            </a:r>
            <a:r>
              <a:rPr b="1" sz="3500" lang="en-US"/>
              <a:t>o</a:t>
            </a:r>
            <a:r>
              <a:rPr b="1" sz="3500" lang="en-US"/>
              <a:t>d</a:t>
            </a:r>
            <a:r>
              <a:rPr b="1" sz="3500" lang="en-US"/>
              <a:t>y</a:t>
            </a:r>
            <a:r>
              <a:rPr b="1" sz="3500" lang="en-US"/>
              <a:t>a</a:t>
            </a:r>
            <a:r>
              <a:rPr b="1" sz="3500" lang="en-US"/>
              <a:t> 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b="1" sz="5400" lang="en-US"/>
              <a:t>Z</a:t>
            </a:r>
            <a:r>
              <a:rPr b="1" sz="5400" lang="en-US"/>
              <a:t>O</a:t>
            </a:r>
            <a:r>
              <a:rPr b="1" sz="5400" lang="en-US"/>
              <a:t>Y</a:t>
            </a:r>
            <a:r>
              <a:rPr b="1" sz="5400" lang="en-US"/>
              <a:t>A</a:t>
            </a:r>
            <a:r>
              <a:rPr b="1" sz="5400" lang="en-US"/>
              <a:t>M</a:t>
            </a:r>
            <a:r>
              <a:rPr b="1" sz="5400" lang="en-US"/>
              <a:t>B</a:t>
            </a:r>
            <a:r>
              <a:rPr b="1" sz="5400" lang="en-US"/>
              <a:t>I</a:t>
            </a:r>
            <a:r>
              <a:rPr b="1" sz="5400" lang="en-US"/>
              <a:t>T</a:t>
            </a:r>
            <a:r>
              <a:rPr b="1" sz="5400" lang="en-US"/>
              <a:t>S</a:t>
            </a:r>
            <a:r>
              <a:rPr b="1" sz="5400" lang="en-US"/>
              <a:t>A</a:t>
            </a:r>
            <a:endParaRPr lang="en-US"/>
          </a:p>
        </p:txBody>
      </p:sp>
      <p:sp>
        <p:nvSpPr>
          <p:cNvPr id="1048665" name=""/>
          <p:cNvSpPr>
            <a:spLocks noGrp="1"/>
          </p:cNvSpPr>
          <p:nvPr>
            <p:ph idx="1"/>
          </p:nvPr>
        </p:nvSpPr>
        <p:spPr>
          <a:solidFill>
            <a:srgbClr val="C00000"/>
          </a:solidFill>
          <a:ln>
            <a:solidFill>
              <a:srgbClr val="002060"/>
            </a:solidFill>
            <a:prstDash val="solid"/>
          </a:ln>
        </p:spPr>
        <p:txBody>
          <a:bodyPr/>
          <a:p>
            <a:r>
              <a:rPr b="1" sz="3500" lang="en-US"/>
              <a:t>B</a:t>
            </a:r>
            <a:r>
              <a:rPr b="1" sz="3500" lang="en-US"/>
              <a:t>a</a:t>
            </a:r>
            <a:r>
              <a:rPr b="1" sz="3500" lang="en-US"/>
              <a:t>c</a:t>
            </a:r>
            <a:r>
              <a:rPr b="1" sz="3500" lang="en-US"/>
              <a:t>t</a:t>
            </a:r>
            <a:r>
              <a:rPr b="1" sz="3500" lang="en-US"/>
              <a:t>e</a:t>
            </a:r>
            <a:r>
              <a:rPr b="1" sz="3500" lang="en-US"/>
              <a:t>r</a:t>
            </a:r>
            <a:r>
              <a:rPr b="1" sz="3500" lang="en-US"/>
              <a:t>i</a:t>
            </a:r>
            <a:r>
              <a:rPr b="1" sz="3500" lang="en-US"/>
              <a:t>a</a:t>
            </a:r>
            <a:r>
              <a:rPr b="1" sz="3500" lang="en-US"/>
              <a:t> </a:t>
            </a:r>
            <a:r>
              <a:rPr b="1" sz="3500" lang="en-US"/>
              <a:t>a</a:t>
            </a:r>
            <a:r>
              <a:rPr b="1" sz="3500" lang="en-US"/>
              <a:t>m</a:t>
            </a:r>
            <a:r>
              <a:rPr b="1" sz="3500" lang="en-US"/>
              <a:t>e</a:t>
            </a:r>
            <a:r>
              <a:rPr b="1" sz="3500" lang="en-US"/>
              <a:t>n</a:t>
            </a:r>
            <a:r>
              <a:rPr b="1" sz="3500" lang="en-US"/>
              <a:t>e</a:t>
            </a:r>
            <a:r>
              <a:rPr b="1" sz="3500" lang="en-US"/>
              <a:t> </a:t>
            </a:r>
            <a:r>
              <a:rPr b="1" sz="3500" lang="en-US"/>
              <a:t>a</a:t>
            </a:r>
            <a:r>
              <a:rPr b="1" sz="3500" lang="en-US"/>
              <a:t>m</a:t>
            </a:r>
            <a:r>
              <a:rPr b="1" sz="3500" lang="en-US"/>
              <a:t>a</a:t>
            </a:r>
            <a:r>
              <a:rPr b="1" sz="3500" lang="en-US"/>
              <a:t>p</a:t>
            </a:r>
            <a:r>
              <a:rPr b="1" sz="3500" lang="en-US"/>
              <a:t>e</a:t>
            </a:r>
            <a:r>
              <a:rPr b="1" sz="3500" lang="en-US"/>
              <a:t>z</a:t>
            </a:r>
            <a:r>
              <a:rPr b="1" sz="3500" lang="en-US"/>
              <a:t>e</a:t>
            </a:r>
            <a:r>
              <a:rPr b="1" sz="3500" lang="en-US"/>
              <a:t>k</a:t>
            </a:r>
            <a:r>
              <a:rPr b="1" sz="3500" lang="en-US"/>
              <a:t>a</a:t>
            </a:r>
            <a:r>
              <a:rPr b="1" sz="3500" lang="en-US"/>
              <a:t> </a:t>
            </a:r>
            <a:r>
              <a:rPr b="1" sz="3500" lang="en-US"/>
              <a:t>p</a:t>
            </a:r>
            <a:r>
              <a:rPr b="1" sz="3500" lang="en-US"/>
              <a:t>a</a:t>
            </a:r>
            <a:r>
              <a:rPr b="1" sz="3500" lang="en-US"/>
              <a:t> </a:t>
            </a:r>
            <a:r>
              <a:rPr b="1" sz="3500" lang="en-US"/>
              <a:t>m</a:t>
            </a:r>
            <a:r>
              <a:rPr b="1" sz="3500" lang="en-US"/>
              <a:t>s</a:t>
            </a:r>
            <a:r>
              <a:rPr b="1" sz="3500" lang="en-US"/>
              <a:t>w</a:t>
            </a:r>
            <a:r>
              <a:rPr b="1" sz="3500" lang="en-US"/>
              <a:t>a</a:t>
            </a:r>
            <a:r>
              <a:rPr b="1" sz="3500" lang="en-US"/>
              <a:t>c</a:t>
            </a:r>
            <a:r>
              <a:rPr b="1" sz="3500" lang="en-US"/>
              <a:t>h</a:t>
            </a:r>
            <a:r>
              <a:rPr b="1" sz="3500" lang="en-US"/>
              <a:t>i</a:t>
            </a:r>
            <a:r>
              <a:rPr b="1" sz="3500" lang="en-US"/>
              <a:t>.</a:t>
            </a:r>
            <a:endParaRPr lang="en-US"/>
          </a:p>
          <a:p>
            <a:r>
              <a:rPr b="1" sz="3500" lang="en-US"/>
              <a:t>B</a:t>
            </a:r>
            <a:r>
              <a:rPr b="1" sz="3500" lang="en-US"/>
              <a:t>e</a:t>
            </a:r>
            <a:r>
              <a:rPr b="1" sz="3500" lang="en-US"/>
              <a:t>i</a:t>
            </a:r>
            <a:r>
              <a:rPr b="1" sz="3500" lang="en-US"/>
              <a:t>n</a:t>
            </a:r>
            <a:r>
              <a:rPr b="1" sz="3500" lang="en-US"/>
              <a:t>g</a:t>
            </a:r>
            <a:r>
              <a:rPr b="1" sz="3500" lang="en-US"/>
              <a:t> </a:t>
            </a:r>
            <a:r>
              <a:rPr b="1" sz="3500" lang="en-US"/>
              <a:t>a</a:t>
            </a:r>
            <a:r>
              <a:rPr b="1" sz="3500" lang="en-US"/>
              <a:t>l</a:t>
            </a:r>
            <a:r>
              <a:rPr b="1" sz="3500" lang="en-US"/>
              <a:t>l</a:t>
            </a:r>
            <a:r>
              <a:rPr b="1" sz="3500" lang="en-US"/>
              <a:t>e</a:t>
            </a:r>
            <a:r>
              <a:rPr b="1" sz="3500" lang="en-US"/>
              <a:t>r</a:t>
            </a:r>
            <a:r>
              <a:rPr b="1" sz="3500" lang="en-US"/>
              <a:t>g</a:t>
            </a:r>
            <a:r>
              <a:rPr b="1" sz="3500" lang="en-US"/>
              <a:t>i</a:t>
            </a:r>
            <a:r>
              <a:rPr b="1" sz="3500" lang="en-US"/>
              <a:t>c</a:t>
            </a:r>
            <a:r>
              <a:rPr b="1" sz="3500" lang="en-US"/>
              <a:t> </a:t>
            </a:r>
            <a:r>
              <a:rPr b="1" sz="3500" lang="en-US"/>
              <a:t>t</a:t>
            </a:r>
            <a:r>
              <a:rPr b="1" sz="3500" lang="en-US"/>
              <a:t>o</a:t>
            </a:r>
            <a:r>
              <a:rPr b="1" sz="3500" lang="en-US"/>
              <a:t> </a:t>
            </a:r>
            <a:r>
              <a:rPr b="1" sz="3500" lang="en-US"/>
              <a:t>certai</a:t>
            </a:r>
            <a:r>
              <a:rPr b="1" sz="3500" lang="en-US"/>
              <a:t>n</a:t>
            </a:r>
            <a:r>
              <a:rPr b="1" sz="3500" lang="en-US"/>
              <a:t> </a:t>
            </a:r>
            <a:r>
              <a:rPr b="1" sz="3500" lang="en-US"/>
              <a:t>d</a:t>
            </a:r>
            <a:r>
              <a:rPr b="1" sz="3500" lang="en-US"/>
              <a:t>i</a:t>
            </a:r>
            <a:r>
              <a:rPr b="1" sz="3500" lang="en-US"/>
              <a:t>e</a:t>
            </a:r>
            <a:r>
              <a:rPr b="1" sz="3500" lang="en-US"/>
              <a:t>t</a:t>
            </a:r>
            <a:r>
              <a:rPr b="1" sz="3500" lang="en-US"/>
              <a:t>.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b="1" sz="4500" lang="en-US"/>
              <a:t>T</a:t>
            </a:r>
            <a:r>
              <a:rPr b="1" sz="4500" lang="en-US"/>
              <a:t>R</a:t>
            </a:r>
            <a:r>
              <a:rPr b="1" sz="4500" lang="en-US"/>
              <a:t>E</a:t>
            </a:r>
            <a:r>
              <a:rPr b="1" sz="4500" lang="en-US"/>
              <a:t>A</a:t>
            </a:r>
            <a:r>
              <a:rPr b="1" sz="4500" lang="en-US"/>
              <a:t>M</a:t>
            </a:r>
            <a:r>
              <a:rPr b="1" sz="4500" lang="en-US"/>
              <a:t>E</a:t>
            </a:r>
            <a:r>
              <a:rPr b="1" sz="4500" lang="en-US"/>
              <a:t>N</a:t>
            </a:r>
            <a:r>
              <a:rPr b="1" sz="4500" lang="en-US"/>
              <a:t>T</a:t>
            </a:r>
            <a:r>
              <a:rPr b="1" sz="4500" lang="en-US"/>
              <a:t> </a:t>
            </a:r>
            <a:r>
              <a:rPr b="1" sz="4500" lang="en-US"/>
              <a:t>Y</a:t>
            </a:r>
            <a:r>
              <a:rPr b="1" sz="4500" lang="en-US"/>
              <a:t>A</a:t>
            </a:r>
            <a:r>
              <a:rPr b="1" sz="4500" lang="en-US"/>
              <a:t>K</a:t>
            </a:r>
            <a:r>
              <a:rPr b="1" sz="4500" lang="en-US"/>
              <a:t>E</a:t>
            </a:r>
            <a:r>
              <a:rPr b="1" sz="4500" lang="en-US"/>
              <a:t> </a:t>
            </a:r>
            <a:r>
              <a:rPr b="1" sz="4500" lang="en-US"/>
              <a:t>N</a:t>
            </a:r>
            <a:r>
              <a:rPr b="1" sz="4500" lang="en-US"/>
              <a:t>J</a:t>
            </a:r>
            <a:r>
              <a:rPr b="1" sz="4500" lang="en-US"/>
              <a:t>O</a:t>
            </a:r>
            <a:r>
              <a:rPr b="1" sz="4500" lang="en-US"/>
              <a:t>T</a:t>
            </a:r>
            <a:r>
              <a:rPr b="1" sz="4500" lang="en-US"/>
              <a:t>A</a:t>
            </a:r>
            <a:r>
              <a:rPr b="1" sz="4500" lang="en-US"/>
              <a:t>N</a:t>
            </a:r>
            <a:r>
              <a:rPr b="1" sz="4500" lang="en-US"/>
              <a:t>I</a:t>
            </a:r>
            <a:r>
              <a:rPr b="1" sz="4500" lang="en-US"/>
              <a:t>?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"/>
          <p:cNvSpPr>
            <a:spLocks noGrp="1"/>
          </p:cNvSpPr>
          <p:nvPr>
            <p:ph type="title"/>
          </p:nvPr>
        </p:nvSpPr>
        <p:spPr>
          <a:solidFill>
            <a:srgbClr val="92D050"/>
          </a:solidFill>
        </p:spPr>
        <p:txBody>
          <a:bodyPr/>
          <a:p>
            <a:r>
              <a:rPr b="1" sz="8200" lang="en-US"/>
              <a:t>T</a:t>
            </a:r>
            <a:r>
              <a:rPr b="1" sz="8200" lang="en-US"/>
              <a:t>R</a:t>
            </a:r>
            <a:r>
              <a:rPr b="1" sz="8200" lang="en-US"/>
              <a:t>E</a:t>
            </a:r>
            <a:r>
              <a:rPr b="1" sz="8200" lang="en-US"/>
              <a:t>A</a:t>
            </a:r>
            <a:r>
              <a:rPr b="1" sz="8200" lang="en-US"/>
              <a:t>T</a:t>
            </a:r>
            <a:r>
              <a:rPr b="1" sz="8200" lang="en-US"/>
              <a:t>MENT </a:t>
            </a:r>
            <a:endParaRPr lang="en-US"/>
          </a:p>
        </p:txBody>
      </p:sp>
      <p:sp>
        <p:nvSpPr>
          <p:cNvPr id="1048667" name=""/>
          <p:cNvSpPr>
            <a:spLocks noGrp="1"/>
          </p:cNvSpPr>
          <p:nvPr>
            <p:ph idx="1"/>
          </p:nvPr>
        </p:nvSpPr>
        <p:spPr/>
        <p:txBody>
          <a:bodyPr>
            <a:normAutofit fontScale="96429" lnSpcReduction="20000"/>
          </a:bodyPr>
          <a:p>
            <a:r>
              <a:rPr b="1" sz="4000" lang="en-US"/>
              <a:t>M</a:t>
            </a:r>
            <a:r>
              <a:rPr b="1" sz="4000" lang="en-US"/>
              <a:t>a</a:t>
            </a:r>
            <a:r>
              <a:rPr b="1" sz="4000" lang="en-US"/>
              <a:t>d</a:t>
            </a:r>
            <a:r>
              <a:rPr b="1" sz="4000" lang="en-US"/>
              <a:t>z</a:t>
            </a:r>
            <a:r>
              <a:rPr b="1" sz="4000" lang="en-US"/>
              <a:t>i</a:t>
            </a:r>
            <a:r>
              <a:rPr b="1" sz="4000" lang="en-US"/>
              <a:t> </a:t>
            </a:r>
            <a:r>
              <a:rPr b="1" sz="4000" lang="en-US"/>
              <a:t>a</a:t>
            </a:r>
            <a:r>
              <a:rPr b="1" sz="4000" lang="en-US"/>
              <a:t> </a:t>
            </a:r>
            <a:r>
              <a:rPr b="1" sz="4000" lang="en-US"/>
              <a:t>n</a:t>
            </a:r>
            <a:r>
              <a:rPr b="1" sz="4000" lang="en-US"/>
              <a:t>d</a:t>
            </a:r>
            <a:r>
              <a:rPr b="1" sz="4000" lang="en-US"/>
              <a:t>i</a:t>
            </a:r>
            <a:r>
              <a:rPr b="1" sz="4000" lang="en-US"/>
              <a:t>m</a:t>
            </a:r>
            <a:r>
              <a:rPr b="1" sz="4000" lang="en-US"/>
              <a:t>u</a:t>
            </a:r>
            <a:r>
              <a:rPr b="1" sz="4000" lang="en-US"/>
              <a:t> </a:t>
            </a:r>
            <a:r>
              <a:rPr b="1" sz="4000" lang="en-US"/>
              <a:t>n</a:t>
            </a:r>
            <a:r>
              <a:rPr b="1" sz="4000" lang="en-US"/>
              <a:t>d</a:t>
            </a:r>
            <a:r>
              <a:rPr b="1" sz="4000" lang="en-US"/>
              <a:t>i</a:t>
            </a:r>
            <a:r>
              <a:rPr b="1" sz="4000" lang="en-US"/>
              <a:t> </a:t>
            </a:r>
            <a:r>
              <a:rPr b="1" sz="4000" lang="en-US"/>
              <a:t>u</a:t>
            </a:r>
            <a:r>
              <a:rPr b="1" sz="4000" lang="en-US"/>
              <a:t>c</a:t>
            </a:r>
            <a:r>
              <a:rPr b="1" sz="4000" lang="en-US"/>
              <a:t>h</a:t>
            </a:r>
            <a:r>
              <a:rPr b="1" sz="4000" lang="en-US"/>
              <a:t>i</a:t>
            </a:r>
            <a:r>
              <a:rPr b="1" sz="4000" lang="en-US"/>
              <a:t> </a:t>
            </a:r>
            <a:r>
              <a:rPr b="1" sz="4000" lang="en-US"/>
              <a:t>(</a:t>
            </a:r>
            <a:r>
              <a:rPr b="1" sz="4000" lang="en-US"/>
              <a:t> </a:t>
            </a:r>
            <a:r>
              <a:rPr b="1" sz="4000" lang="en-US"/>
              <a:t>k</a:t>
            </a:r>
            <a:r>
              <a:rPr b="1" sz="4000" lang="en-US"/>
              <a:t>u</a:t>
            </a:r>
            <a:r>
              <a:rPr b="1" sz="4000" lang="en-US"/>
              <a:t>d</a:t>
            </a:r>
            <a:r>
              <a:rPr b="1" sz="4000" lang="en-US"/>
              <a:t>y</a:t>
            </a:r>
            <a:r>
              <a:rPr b="1" sz="4000" lang="en-US"/>
              <a:t>a</a:t>
            </a:r>
            <a:r>
              <a:rPr b="1" sz="4000" lang="en-US"/>
              <a:t> </a:t>
            </a:r>
            <a:r>
              <a:rPr b="1" sz="4000" lang="en-US"/>
              <a:t>u</a:t>
            </a:r>
            <a:r>
              <a:rPr b="1" sz="4000" lang="en-US"/>
              <a:t>c</a:t>
            </a:r>
            <a:r>
              <a:rPr b="1" sz="4000" lang="en-US"/>
              <a:t>h</a:t>
            </a:r>
            <a:r>
              <a:rPr b="1" sz="4000" lang="en-US"/>
              <a:t>i</a:t>
            </a:r>
            <a:r>
              <a:rPr b="1" sz="4000" lang="en-US"/>
              <a:t>/</a:t>
            </a:r>
            <a:r>
              <a:rPr b="1" sz="4000" lang="en-US"/>
              <a:t> </a:t>
            </a:r>
            <a:r>
              <a:rPr b="1" sz="4000" lang="en-US"/>
              <a:t>p</a:t>
            </a:r>
            <a:r>
              <a:rPr b="1" sz="4000" lang="en-US"/>
              <a:t>h</a:t>
            </a:r>
            <a:r>
              <a:rPr b="1" sz="4000" lang="en-US"/>
              <a:t>a</a:t>
            </a:r>
            <a:r>
              <a:rPr b="1" sz="4000" lang="en-US"/>
              <a:t>t</a:t>
            </a:r>
            <a:r>
              <a:rPr b="1" sz="4000" lang="en-US"/>
              <a:t>i</a:t>
            </a:r>
            <a:r>
              <a:rPr b="1" sz="4000" lang="en-US"/>
              <a:t>k</a:t>
            </a:r>
            <a:r>
              <a:rPr b="1" sz="4000" lang="en-US"/>
              <a:t>i</a:t>
            </a:r>
            <a:r>
              <a:rPr b="1" sz="4000" lang="en-US"/>
              <a:t>z</a:t>
            </a:r>
            <a:r>
              <a:rPr b="1" sz="4000" lang="en-US"/>
              <a:t>a</a:t>
            </a:r>
            <a:r>
              <a:rPr b="1" sz="4000" lang="en-US"/>
              <a:t>n</a:t>
            </a:r>
            <a:r>
              <a:rPr b="1" sz="4000" lang="en-US"/>
              <a:t>i</a:t>
            </a:r>
            <a:r>
              <a:rPr b="1" sz="4000" lang="en-US"/>
              <a:t> </a:t>
            </a:r>
            <a:r>
              <a:rPr b="1" sz="4000" lang="en-US"/>
              <a:t>m</a:t>
            </a:r>
            <a:r>
              <a:rPr b="1" sz="4000" lang="en-US"/>
              <a:t>a</a:t>
            </a:r>
            <a:r>
              <a:rPr b="1" sz="4000" lang="en-US"/>
              <a:t>d</a:t>
            </a:r>
            <a:r>
              <a:rPr b="1" sz="4000" lang="en-US"/>
              <a:t>z</a:t>
            </a:r>
            <a:r>
              <a:rPr b="1" sz="4000" lang="en-US"/>
              <a:t>i</a:t>
            </a:r>
            <a:r>
              <a:rPr b="1" sz="4000" lang="en-US"/>
              <a:t> </a:t>
            </a:r>
            <a:r>
              <a:rPr b="1" sz="4000" lang="en-US"/>
              <a:t>a</a:t>
            </a:r>
            <a:r>
              <a:rPr b="1" sz="4000" lang="en-US"/>
              <a:t> </a:t>
            </a:r>
            <a:r>
              <a:rPr b="1" sz="4000" lang="en-US"/>
              <a:t>n</a:t>
            </a:r>
            <a:r>
              <a:rPr b="1" sz="4000" lang="en-US"/>
              <a:t>d</a:t>
            </a:r>
            <a:r>
              <a:rPr b="1" sz="4000" lang="en-US"/>
              <a:t>i</a:t>
            </a:r>
            <a:r>
              <a:rPr b="1" sz="4000" lang="en-US"/>
              <a:t>m</a:t>
            </a:r>
            <a:r>
              <a:rPr b="1" sz="4000" lang="en-US"/>
              <a:t>u</a:t>
            </a:r>
            <a:r>
              <a:rPr b="1" sz="4000" lang="en-US"/>
              <a:t> </a:t>
            </a:r>
            <a:r>
              <a:rPr b="1" sz="4000" lang="en-US"/>
              <a:t>k</a:t>
            </a:r>
            <a:r>
              <a:rPr b="1" sz="4000" lang="en-US"/>
              <a:t>o</a:t>
            </a:r>
            <a:r>
              <a:rPr b="1" sz="4000" lang="en-US"/>
              <a:t>m</a:t>
            </a:r>
            <a:r>
              <a:rPr b="1" sz="4000" lang="en-US"/>
              <a:t>a</a:t>
            </a:r>
            <a:r>
              <a:rPr b="1" sz="4000" lang="en-US"/>
              <a:t>s</a:t>
            </a:r>
            <a:r>
              <a:rPr b="1" sz="4000" lang="en-US"/>
              <a:t>o</a:t>
            </a:r>
            <a:r>
              <a:rPr b="1" sz="4000" lang="en-US"/>
              <a:t> </a:t>
            </a:r>
            <a:r>
              <a:rPr b="1" sz="4000" lang="en-US"/>
              <a:t>u</a:t>
            </a:r>
            <a:r>
              <a:rPr b="1" sz="4000" lang="en-US"/>
              <a:t>c</a:t>
            </a:r>
            <a:r>
              <a:rPr b="1" sz="4000" lang="en-US"/>
              <a:t>h</a:t>
            </a:r>
            <a:r>
              <a:rPr b="1" sz="4000" lang="en-US"/>
              <a:t>i</a:t>
            </a:r>
            <a:r>
              <a:rPr b="1" sz="4000" lang="en-US"/>
              <a:t> </a:t>
            </a:r>
            <a:r>
              <a:rPr b="1" sz="4000" lang="en-US"/>
              <a:t>n</a:t>
            </a:r>
            <a:r>
              <a:rPr b="1" sz="4000" lang="en-US"/>
              <a:t>d</a:t>
            </a:r>
            <a:r>
              <a:rPr b="1" sz="4000" lang="en-US"/>
              <a:t>i</a:t>
            </a:r>
            <a:r>
              <a:rPr b="1" sz="4000" lang="en-US"/>
              <a:t> </a:t>
            </a:r>
            <a:r>
              <a:rPr b="1" sz="4000" lang="en-US"/>
              <a:t>k</a:t>
            </a:r>
            <a:r>
              <a:rPr b="1" sz="4000" lang="en-US"/>
              <a:t>u</a:t>
            </a:r>
            <a:r>
              <a:rPr b="1" sz="4000" lang="en-US"/>
              <a:t>m</a:t>
            </a:r>
            <a:r>
              <a:rPr b="1" sz="4000" lang="en-US"/>
              <a:t>w</a:t>
            </a:r>
            <a:r>
              <a:rPr b="1" sz="4000" lang="en-US"/>
              <a:t>a</a:t>
            </a:r>
            <a:r>
              <a:rPr b="1" sz="4000" lang="en-US"/>
              <a:t> </a:t>
            </a:r>
            <a:r>
              <a:rPr b="1" sz="4000" lang="en-US"/>
              <a:t>p</a:t>
            </a:r>
            <a:r>
              <a:rPr b="1" sz="4000" lang="en-US"/>
              <a:t>a</a:t>
            </a:r>
            <a:r>
              <a:rPr b="1" sz="4000" lang="en-US"/>
              <a:t>n</a:t>
            </a:r>
            <a:r>
              <a:rPr b="1" sz="4000" lang="en-US"/>
              <a:t>g</a:t>
            </a:r>
            <a:r>
              <a:rPr b="1" sz="4000" lang="en-US"/>
              <a:t>'</a:t>
            </a:r>
            <a:r>
              <a:rPr b="1" sz="4000" lang="en-US"/>
              <a:t>o</a:t>
            </a:r>
            <a:r>
              <a:rPr b="1" sz="4000" lang="en-US"/>
              <a:t>n</a:t>
            </a:r>
            <a:r>
              <a:rPr b="1" sz="4000" lang="en-US"/>
              <a:t>o</a:t>
            </a:r>
            <a:r>
              <a:rPr b="1" sz="4000" lang="en-US"/>
              <a:t>.</a:t>
            </a:r>
            <a:endParaRPr lang="en-US"/>
          </a:p>
          <a:p>
            <a:r>
              <a:rPr b="1" sz="4000" lang="en-US"/>
              <a:t>M</a:t>
            </a:r>
            <a:r>
              <a:rPr b="1" sz="4000" lang="en-US"/>
              <a:t>a</a:t>
            </a:r>
            <a:r>
              <a:rPr b="1" sz="4000" lang="en-US"/>
              <a:t>d</a:t>
            </a:r>
            <a:r>
              <a:rPr b="1" sz="4000" lang="en-US"/>
              <a:t>z</a:t>
            </a:r>
            <a:r>
              <a:rPr b="1" sz="4000" lang="en-US"/>
              <a:t>i</a:t>
            </a:r>
            <a:r>
              <a:rPr b="1" sz="4000" lang="en-US"/>
              <a:t> </a:t>
            </a:r>
            <a:r>
              <a:rPr b="1" sz="4000" lang="en-US"/>
              <a:t>o</a:t>
            </a:r>
            <a:r>
              <a:rPr b="1" sz="4000" lang="en-US"/>
              <a:t>t</a:t>
            </a:r>
            <a:r>
              <a:rPr b="1" sz="4000" lang="en-US"/>
              <a:t>e</a:t>
            </a:r>
            <a:r>
              <a:rPr b="1" sz="4000" lang="en-US"/>
              <a:t>n</a:t>
            </a:r>
            <a:r>
              <a:rPr b="1" sz="4000" lang="en-US"/>
              <a:t>t</a:t>
            </a:r>
            <a:r>
              <a:rPr b="1" sz="4000" lang="en-US"/>
              <a:t>h</a:t>
            </a:r>
            <a:r>
              <a:rPr b="1" sz="4000" lang="en-US"/>
              <a:t>a</a:t>
            </a:r>
            <a:r>
              <a:rPr b="1" sz="4000" lang="en-US"/>
              <a:t> </a:t>
            </a:r>
            <a:r>
              <a:rPr b="1" sz="4000" lang="en-US"/>
              <a:t>k</a:t>
            </a:r>
            <a:r>
              <a:rPr b="1" sz="4000" lang="en-US"/>
              <a:t>o</a:t>
            </a:r>
            <a:r>
              <a:rPr b="1" sz="4000" lang="en-US"/>
              <a:t>m</a:t>
            </a:r>
            <a:r>
              <a:rPr b="1" sz="4000" lang="en-US"/>
              <a:t>a</a:t>
            </a:r>
            <a:r>
              <a:rPr b="1" sz="4000" lang="en-US"/>
              <a:t> </a:t>
            </a:r>
            <a:r>
              <a:rPr b="1" sz="4000" lang="en-US"/>
              <a:t>i</a:t>
            </a:r>
            <a:r>
              <a:rPr b="1" sz="4000" lang="en-US"/>
              <a:t>k</a:t>
            </a:r>
            <a:r>
              <a:rPr b="1" sz="4000" lang="en-US"/>
              <a:t>a</a:t>
            </a:r>
            <a:r>
              <a:rPr b="1" sz="4000" lang="en-US"/>
              <a:t>n</a:t>
            </a:r>
            <a:r>
              <a:rPr b="1" sz="4000" lang="en-US"/>
              <a:t>i</a:t>
            </a:r>
            <a:r>
              <a:rPr b="1" sz="4000" lang="en-US"/>
              <a:t> </a:t>
            </a:r>
            <a:r>
              <a:rPr b="1" sz="4000" lang="en-US"/>
              <a:t>m</a:t>
            </a:r>
            <a:r>
              <a:rPr b="1" sz="4000" lang="en-US"/>
              <a:t>c</a:t>
            </a:r>
            <a:r>
              <a:rPr b="1" sz="4000" lang="en-US"/>
              <a:t>h</a:t>
            </a:r>
            <a:r>
              <a:rPr b="1" sz="4000" lang="en-US"/>
              <a:t>e</a:t>
            </a:r>
            <a:r>
              <a:rPr b="1" sz="4000" lang="en-US"/>
              <a:t>r</a:t>
            </a:r>
            <a:r>
              <a:rPr b="1" sz="4000" lang="en-US"/>
              <a:t>e</a:t>
            </a:r>
            <a:r>
              <a:rPr b="1" sz="4000" lang="en-US"/>
              <a:t> </a:t>
            </a:r>
            <a:r>
              <a:rPr b="1" sz="4000" lang="en-US"/>
              <a:t>p</a:t>
            </a:r>
            <a:r>
              <a:rPr b="1" sz="4000" lang="en-US"/>
              <a:t>a</a:t>
            </a:r>
            <a:r>
              <a:rPr b="1" sz="4000" lang="en-US"/>
              <a:t>n</a:t>
            </a:r>
            <a:r>
              <a:rPr b="1" sz="4000" lang="en-US"/>
              <a:t>g</a:t>
            </a:r>
            <a:r>
              <a:rPr b="1" sz="4000" lang="en-US"/>
              <a:t>'</a:t>
            </a:r>
            <a:r>
              <a:rPr b="1" sz="4000" lang="en-US"/>
              <a:t>o</a:t>
            </a:r>
            <a:r>
              <a:rPr b="1" sz="4000" lang="en-US"/>
              <a:t>n</a:t>
            </a:r>
            <a:r>
              <a:rPr b="1" sz="4000" lang="en-US"/>
              <a:t>o</a:t>
            </a:r>
            <a:r>
              <a:rPr b="1" sz="4000" lang="en-US"/>
              <a:t>(</a:t>
            </a:r>
            <a:r>
              <a:rPr b="1" sz="4000" lang="en-US"/>
              <a:t> </a:t>
            </a:r>
            <a:r>
              <a:rPr b="1" sz="4000" lang="en-US"/>
              <a:t>k</a:t>
            </a:r>
            <a:r>
              <a:rPr b="1" sz="4000" lang="en-US"/>
              <a:t>a</a:t>
            </a:r>
            <a:r>
              <a:rPr b="1" sz="4000" lang="en-US"/>
              <a:t>t</a:t>
            </a:r>
            <a:r>
              <a:rPr b="1" sz="4000" lang="en-US"/>
              <a:t>a</a:t>
            </a:r>
            <a:r>
              <a:rPr b="1" sz="4000" lang="en-US"/>
              <a:t>t</a:t>
            </a:r>
            <a:r>
              <a:rPr b="1" sz="4000" lang="en-US"/>
              <a:t>u</a:t>
            </a:r>
            <a:r>
              <a:rPr b="1" sz="4000" lang="en-US"/>
              <a:t> </a:t>
            </a:r>
            <a:r>
              <a:rPr b="1" sz="4000" lang="en-US"/>
              <a:t>p</a:t>
            </a:r>
            <a:r>
              <a:rPr b="1" sz="4000" lang="en-US"/>
              <a:t>a</a:t>
            </a:r>
            <a:r>
              <a:rPr b="1" sz="4000" lang="en-US"/>
              <a:t> </a:t>
            </a:r>
            <a:r>
              <a:rPr b="1" sz="4000" lang="en-US"/>
              <a:t>t</a:t>
            </a:r>
            <a:r>
              <a:rPr b="1" sz="4000" lang="en-US"/>
              <a:t>s</a:t>
            </a:r>
            <a:r>
              <a:rPr b="1" sz="4000" lang="en-US"/>
              <a:t>i</a:t>
            </a:r>
            <a:r>
              <a:rPr b="1" sz="4000" lang="en-US"/>
              <a:t>k</a:t>
            </a:r>
            <a:r>
              <a:rPr b="1" sz="4000" lang="en-US"/>
              <a:t>u</a:t>
            </a:r>
            <a:r>
              <a:rPr b="1" sz="4000" lang="en-US"/>
              <a:t>)</a:t>
            </a:r>
            <a:endParaRPr lang="en-US"/>
          </a:p>
          <a:p>
            <a:r>
              <a:rPr b="1" sz="4000" lang="en-US"/>
              <a:t>I</a:t>
            </a:r>
            <a:r>
              <a:rPr b="1" sz="4000" lang="en-US"/>
              <a:t>m</a:t>
            </a:r>
            <a:r>
              <a:rPr b="1" sz="4000" lang="en-US"/>
              <a:t>w</a:t>
            </a:r>
            <a:r>
              <a:rPr b="1" sz="4000" lang="en-US"/>
              <a:t>a</a:t>
            </a:r>
            <a:r>
              <a:rPr b="1" sz="4000" lang="en-US"/>
              <a:t>n</a:t>
            </a:r>
            <a:r>
              <a:rPr b="1" sz="4000" lang="en-US"/>
              <a:t>i</a:t>
            </a:r>
            <a:r>
              <a:rPr b="1" sz="4000" lang="en-US"/>
              <a:t> </a:t>
            </a:r>
            <a:r>
              <a:rPr b="1" sz="4000" lang="en-US"/>
              <a:t>f</a:t>
            </a:r>
            <a:r>
              <a:rPr b="1" sz="4000" lang="en-US"/>
              <a:t>l</a:t>
            </a:r>
            <a:r>
              <a:rPr b="1" sz="4000" lang="en-US"/>
              <a:t>a</a:t>
            </a:r>
            <a:r>
              <a:rPr b="1" sz="4000" lang="en-US"/>
              <a:t>x</a:t>
            </a:r>
            <a:r>
              <a:rPr b="1" sz="4000" lang="en-US"/>
              <a:t>s</a:t>
            </a:r>
            <a:r>
              <a:rPr b="1" sz="4000" lang="en-US"/>
              <a:t>e</a:t>
            </a:r>
            <a:r>
              <a:rPr b="1" sz="4000" lang="en-US"/>
              <a:t>e</a:t>
            </a:r>
            <a:r>
              <a:rPr b="1" sz="4000" lang="en-US"/>
              <a:t>d</a:t>
            </a:r>
            <a:r>
              <a:rPr b="1" sz="4000" lang="en-US"/>
              <a:t> </a:t>
            </a:r>
            <a:r>
              <a:rPr b="1" sz="4000" lang="en-US"/>
              <a:t>(</a:t>
            </a:r>
            <a:r>
              <a:rPr b="1" sz="4000" lang="en-US"/>
              <a:t> </a:t>
            </a:r>
            <a:r>
              <a:rPr b="1" sz="4000" lang="en-US"/>
              <a:t>a</a:t>
            </a:r>
            <a:r>
              <a:rPr b="1" sz="4000" lang="en-US"/>
              <a:t>m</a:t>
            </a:r>
            <a:r>
              <a:rPr b="1" sz="4000" lang="en-US"/>
              <a:t>a</a:t>
            </a:r>
            <a:r>
              <a:rPr b="1" sz="4000" lang="en-US"/>
              <a:t>t</a:t>
            </a:r>
            <a:r>
              <a:rPr b="1" sz="4000" lang="en-US"/>
              <a:t>h</a:t>
            </a:r>
            <a:r>
              <a:rPr b="1" sz="4000" lang="en-US"/>
              <a:t>a</a:t>
            </a:r>
            <a:r>
              <a:rPr b="1" sz="4000" lang="en-US"/>
              <a:t>n</a:t>
            </a:r>
            <a:r>
              <a:rPr b="1" sz="4000" lang="en-US"/>
              <a:t>d</a:t>
            </a:r>
            <a:r>
              <a:rPr b="1" sz="4000" lang="en-US"/>
              <a:t>i</a:t>
            </a:r>
            <a:r>
              <a:rPr b="1" sz="4000" lang="en-US"/>
              <a:t>z</a:t>
            </a:r>
            <a:r>
              <a:rPr b="1" sz="4000" lang="en-US"/>
              <a:t>a</a:t>
            </a:r>
            <a:r>
              <a:rPr b="1" sz="4000" lang="en-US"/>
              <a:t> </a:t>
            </a:r>
            <a:r>
              <a:rPr b="1" sz="4000" lang="en-US"/>
              <a:t>k</a:t>
            </a:r>
            <a:r>
              <a:rPr b="1" sz="4000" lang="en-US"/>
              <a:t>u</a:t>
            </a:r>
            <a:r>
              <a:rPr b="1" sz="4000" lang="en-US"/>
              <a:t>t</a:t>
            </a:r>
            <a:r>
              <a:rPr b="1" sz="4000" lang="en-US"/>
              <a:t>h</a:t>
            </a:r>
            <a:r>
              <a:rPr b="1" sz="4000" lang="en-US"/>
              <a:t>e</a:t>
            </a:r>
            <a:r>
              <a:rPr b="1" sz="4000" lang="en-US"/>
              <a:t>s</a:t>
            </a:r>
            <a:r>
              <a:rPr b="1" sz="4000" lang="en-US"/>
              <a:t>a</a:t>
            </a:r>
            <a:r>
              <a:rPr b="1" sz="4000" lang="en-US"/>
              <a:t> </a:t>
            </a:r>
            <a:r>
              <a:rPr b="1" sz="4000" lang="en-US"/>
              <a:t>z</a:t>
            </a:r>
            <a:r>
              <a:rPr b="1" sz="4000" lang="en-US"/>
              <a:t>i</a:t>
            </a:r>
            <a:r>
              <a:rPr b="1" sz="4000" lang="en-US"/>
              <a:t>l</a:t>
            </a:r>
            <a:r>
              <a:rPr b="1" sz="4000" lang="en-US"/>
              <a:t>o</a:t>
            </a:r>
            <a:r>
              <a:rPr b="1" sz="4000" lang="en-US"/>
              <a:t>n</a:t>
            </a:r>
            <a:r>
              <a:rPr b="1" sz="4000" lang="en-US"/>
              <a:t>d</a:t>
            </a:r>
            <a:r>
              <a:rPr b="1" sz="4000" lang="en-US"/>
              <a:t>a</a:t>
            </a:r>
            <a:r>
              <a:rPr b="1" sz="4000" lang="en-US"/>
              <a:t> </a:t>
            </a:r>
            <a:r>
              <a:rPr b="1" sz="4000" lang="en-US"/>
              <a:t>z</a:t>
            </a:r>
            <a:r>
              <a:rPr b="1" sz="4000" lang="en-US"/>
              <a:t>a</a:t>
            </a:r>
            <a:r>
              <a:rPr b="1" sz="4000" lang="en-US"/>
              <a:t> </a:t>
            </a:r>
            <a:r>
              <a:rPr b="1" sz="4000" lang="en-US"/>
              <a:t>p</a:t>
            </a:r>
            <a:r>
              <a:rPr b="1" sz="4000" lang="en-US"/>
              <a:t>a</a:t>
            </a:r>
            <a:r>
              <a:rPr b="1" sz="4000" lang="en-US"/>
              <a:t>k</a:t>
            </a:r>
            <a:r>
              <a:rPr b="1" sz="4000" lang="en-US"/>
              <a:t>h</a:t>
            </a:r>
            <a:r>
              <a:rPr b="1" sz="4000" lang="en-US"/>
              <a:t>o</a:t>
            </a:r>
            <a:r>
              <a:rPr b="1" sz="4000" lang="en-US"/>
              <a:t>s</a:t>
            </a:r>
            <a:r>
              <a:rPr b="1" sz="4000" lang="en-US"/>
              <a:t>i</a:t>
            </a:r>
            <a:r>
              <a:rPr b="1" sz="4000" lang="en-US"/>
              <a:t>)</a:t>
            </a:r>
            <a:r>
              <a:rPr b="1" sz="4000" lang="en-US"/>
              <a:t> 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"/>
          <p:cNvSpPr>
            <a:spLocks noGrp="1"/>
          </p:cNvSpPr>
          <p:nvPr>
            <p:ph type="title"/>
          </p:nvPr>
        </p:nvSpPr>
        <p:spPr>
          <a:solidFill>
            <a:srgbClr val="92D050"/>
          </a:solidFill>
        </p:spPr>
        <p:txBody>
          <a:bodyPr/>
          <a:p>
            <a:r>
              <a:rPr b="1" sz="8200" lang="en-US"/>
              <a:t>T</a:t>
            </a:r>
            <a:r>
              <a:rPr b="1" sz="8200" lang="en-US"/>
              <a:t>R</a:t>
            </a:r>
            <a:r>
              <a:rPr b="1" sz="8200" lang="en-US"/>
              <a:t>E</a:t>
            </a:r>
            <a:r>
              <a:rPr b="1" sz="8200" lang="en-US"/>
              <a:t>A</a:t>
            </a:r>
            <a:r>
              <a:rPr b="1" sz="8200" lang="en-US"/>
              <a:t>T</a:t>
            </a:r>
            <a:r>
              <a:rPr b="1" sz="8200" lang="en-US"/>
              <a:t>MENT </a:t>
            </a:r>
            <a:endParaRPr lang="en-US"/>
          </a:p>
        </p:txBody>
      </p:sp>
      <p:sp>
        <p:nvSpPr>
          <p:cNvPr id="1048669" name=""/>
          <p:cNvSpPr>
            <a:spLocks noGrp="1"/>
          </p:cNvSpPr>
          <p:nvPr>
            <p:ph idx="1"/>
          </p:nvPr>
        </p:nvSpPr>
        <p:spPr/>
        <p:txBody>
          <a:bodyPr>
            <a:normAutofit fontScale="71429" lnSpcReduction="20000"/>
          </a:bodyPr>
          <a:p>
            <a:r>
              <a:rPr b="1" sz="3800" lang="en-US">
                <a:solidFill>
                  <a:srgbClr val="800000"/>
                </a:solidFill>
              </a:rPr>
              <a:t>I</a:t>
            </a:r>
            <a:r>
              <a:rPr b="1" sz="3800" lang="en-US">
                <a:solidFill>
                  <a:srgbClr val="800000"/>
                </a:solidFill>
              </a:rPr>
              <a:t>m</a:t>
            </a:r>
            <a:r>
              <a:rPr b="1" sz="3800" lang="en-US">
                <a:solidFill>
                  <a:srgbClr val="800000"/>
                </a:solidFill>
              </a:rPr>
              <a:t>w</a:t>
            </a:r>
            <a:r>
              <a:rPr b="1" sz="3800" lang="en-US">
                <a:solidFill>
                  <a:srgbClr val="800000"/>
                </a:solidFill>
              </a:rPr>
              <a:t>a</a:t>
            </a:r>
            <a:r>
              <a:rPr b="1" sz="3800" lang="en-US">
                <a:solidFill>
                  <a:srgbClr val="800000"/>
                </a:solidFill>
              </a:rPr>
              <a:t>n</a:t>
            </a:r>
            <a:r>
              <a:rPr b="1" sz="3800" lang="en-US">
                <a:solidFill>
                  <a:srgbClr val="800000"/>
                </a:solidFill>
              </a:rPr>
              <a:t>i</a:t>
            </a:r>
            <a:r>
              <a:rPr b="1" sz="3800" lang="en-US">
                <a:solidFill>
                  <a:srgbClr val="800000"/>
                </a:solidFill>
              </a:rPr>
              <a:t> </a:t>
            </a:r>
            <a:r>
              <a:rPr b="1" sz="3800" lang="en-US">
                <a:solidFill>
                  <a:srgbClr val="800000"/>
                </a:solidFill>
              </a:rPr>
              <a:t>m</a:t>
            </a:r>
            <a:r>
              <a:rPr b="1" sz="3800" lang="en-US">
                <a:solidFill>
                  <a:srgbClr val="800000"/>
                </a:solidFill>
              </a:rPr>
              <a:t>a</a:t>
            </a:r>
            <a:r>
              <a:rPr b="1" sz="3800" lang="en-US">
                <a:solidFill>
                  <a:srgbClr val="800000"/>
                </a:solidFill>
              </a:rPr>
              <a:t>d</a:t>
            </a:r>
            <a:r>
              <a:rPr b="1" sz="3800" lang="en-US">
                <a:solidFill>
                  <a:srgbClr val="800000"/>
                </a:solidFill>
              </a:rPr>
              <a:t>z</a:t>
            </a:r>
            <a:r>
              <a:rPr b="1" sz="3800" lang="en-US">
                <a:solidFill>
                  <a:srgbClr val="800000"/>
                </a:solidFill>
              </a:rPr>
              <a:t>i</a:t>
            </a:r>
            <a:r>
              <a:rPr b="1" sz="3800" lang="en-US">
                <a:solidFill>
                  <a:srgbClr val="800000"/>
                </a:solidFill>
              </a:rPr>
              <a:t> </a:t>
            </a:r>
            <a:r>
              <a:rPr b="1" sz="3800" lang="en-US">
                <a:solidFill>
                  <a:srgbClr val="800000"/>
                </a:solidFill>
              </a:rPr>
              <a:t>o</a:t>
            </a:r>
            <a:r>
              <a:rPr b="1" sz="3800" lang="en-US">
                <a:solidFill>
                  <a:srgbClr val="800000"/>
                </a:solidFill>
              </a:rPr>
              <a:t>y</a:t>
            </a:r>
            <a:r>
              <a:rPr b="1" sz="3800" lang="en-US">
                <a:solidFill>
                  <a:srgbClr val="800000"/>
                </a:solidFill>
              </a:rPr>
              <a:t>i</a:t>
            </a:r>
            <a:r>
              <a:rPr b="1" sz="3800" lang="en-US">
                <a:solidFill>
                  <a:srgbClr val="800000"/>
                </a:solidFill>
              </a:rPr>
              <a:t>k</a:t>
            </a:r>
            <a:r>
              <a:rPr b="1" sz="3800" lang="en-US">
                <a:solidFill>
                  <a:srgbClr val="800000"/>
                </a:solidFill>
              </a:rPr>
              <a:t>a</a:t>
            </a:r>
            <a:r>
              <a:rPr b="1" sz="3800" lang="en-US">
                <a:solidFill>
                  <a:srgbClr val="800000"/>
                </a:solidFill>
              </a:rPr>
              <a:t>m</a:t>
            </a:r>
            <a:r>
              <a:rPr b="1" sz="3800" lang="en-US">
                <a:solidFill>
                  <a:srgbClr val="800000"/>
                </a:solidFill>
              </a:rPr>
              <a:t>o</a:t>
            </a:r>
            <a:r>
              <a:rPr b="1" sz="3800" lang="en-US">
                <a:solidFill>
                  <a:srgbClr val="800000"/>
                </a:solidFill>
              </a:rPr>
              <a:t> </a:t>
            </a:r>
            <a:r>
              <a:rPr b="1" sz="3800" lang="en-US">
                <a:solidFill>
                  <a:srgbClr val="800000"/>
                </a:solidFill>
              </a:rPr>
              <a:t>c</a:t>
            </a:r>
            <a:r>
              <a:rPr b="1" sz="3800" lang="en-US">
                <a:solidFill>
                  <a:srgbClr val="800000"/>
                </a:solidFill>
              </a:rPr>
              <a:t>a</a:t>
            </a:r>
            <a:r>
              <a:rPr b="1" sz="3800" lang="en-US">
                <a:solidFill>
                  <a:srgbClr val="800000"/>
                </a:solidFill>
              </a:rPr>
              <a:t>y</a:t>
            </a:r>
            <a:r>
              <a:rPr b="1" sz="3800" lang="en-US">
                <a:solidFill>
                  <a:srgbClr val="800000"/>
                </a:solidFill>
              </a:rPr>
              <a:t>e</a:t>
            </a:r>
            <a:r>
              <a:rPr b="1" sz="3800" lang="en-US">
                <a:solidFill>
                  <a:srgbClr val="800000"/>
                </a:solidFill>
              </a:rPr>
              <a:t>n</a:t>
            </a:r>
            <a:r>
              <a:rPr b="1" sz="3800" lang="en-US">
                <a:solidFill>
                  <a:srgbClr val="800000"/>
                </a:solidFill>
              </a:rPr>
              <a:t>n</a:t>
            </a:r>
            <a:r>
              <a:rPr b="1" sz="3800" lang="en-US">
                <a:solidFill>
                  <a:srgbClr val="800000"/>
                </a:solidFill>
              </a:rPr>
              <a:t>e</a:t>
            </a:r>
            <a:r>
              <a:rPr b="1" sz="3800" lang="en-US">
                <a:solidFill>
                  <a:srgbClr val="800000"/>
                </a:solidFill>
              </a:rPr>
              <a:t> </a:t>
            </a:r>
            <a:r>
              <a:rPr b="1" sz="3800" lang="en-US">
                <a:solidFill>
                  <a:srgbClr val="800000"/>
                </a:solidFill>
              </a:rPr>
              <a:t>pepper </a:t>
            </a:r>
            <a:r>
              <a:rPr altLang="en-US" b="1" sz="3800" lang="en-US">
                <a:solidFill>
                  <a:srgbClr val="800000"/>
                </a:solidFill>
              </a:rPr>
              <a:t>🌶️</a:t>
            </a:r>
            <a:r>
              <a:rPr altLang="en-US" b="1" sz="3800" lang="en-US">
                <a:solidFill>
                  <a:srgbClr val="800000"/>
                </a:solidFill>
              </a:rPr>
              <a:t>,</a:t>
            </a:r>
            <a:r>
              <a:rPr altLang="en-US" b="1" sz="3800" lang="en-US">
                <a:solidFill>
                  <a:srgbClr val="800000"/>
                </a:solidFill>
              </a:rPr>
              <a:t> </a:t>
            </a:r>
            <a:r>
              <a:rPr altLang="en-US" b="1" sz="3800" lang="en-US">
                <a:solidFill>
                  <a:srgbClr val="800000"/>
                </a:solidFill>
              </a:rPr>
              <a:t>k</a:t>
            </a:r>
            <a:r>
              <a:rPr altLang="en-US" b="1" sz="3800" lang="en-US">
                <a:solidFill>
                  <a:srgbClr val="800000"/>
                </a:solidFill>
              </a:rPr>
              <a:t>o</a:t>
            </a:r>
            <a:r>
              <a:rPr altLang="en-US" b="1" sz="3800" lang="en-US">
                <a:solidFill>
                  <a:srgbClr val="800000"/>
                </a:solidFill>
              </a:rPr>
              <a:t>m</a:t>
            </a:r>
            <a:r>
              <a:rPr altLang="en-US" b="1" sz="3800" lang="en-US">
                <a:solidFill>
                  <a:srgbClr val="800000"/>
                </a:solidFill>
              </a:rPr>
              <a:t>a</a:t>
            </a:r>
            <a:r>
              <a:rPr altLang="en-US" b="1" sz="3800" lang="en-US">
                <a:solidFill>
                  <a:srgbClr val="800000"/>
                </a:solidFill>
              </a:rPr>
              <a:t> </a:t>
            </a:r>
            <a:r>
              <a:rPr altLang="en-US" b="1" sz="3800" lang="en-US">
                <a:solidFill>
                  <a:srgbClr val="800000"/>
                </a:solidFill>
              </a:rPr>
              <a:t>a</a:t>
            </a:r>
            <a:r>
              <a:rPr altLang="en-US" b="1" sz="3800" lang="en-US">
                <a:solidFill>
                  <a:srgbClr val="800000"/>
                </a:solidFill>
              </a:rPr>
              <a:t>sakhale</a:t>
            </a:r>
            <a:r>
              <a:rPr altLang="en-US" b="1" sz="3800" lang="en-US">
                <a:solidFill>
                  <a:srgbClr val="800000"/>
                </a:solidFill>
              </a:rPr>
              <a:t> </a:t>
            </a:r>
            <a:r>
              <a:rPr altLang="en-US" b="1" sz="3800" lang="en-US">
                <a:solidFill>
                  <a:srgbClr val="800000"/>
                </a:solidFill>
              </a:rPr>
              <a:t> </a:t>
            </a:r>
            <a:r>
              <a:rPr altLang="en-US" b="1" sz="3800" lang="en-US">
                <a:solidFill>
                  <a:srgbClr val="800000"/>
                </a:solidFill>
              </a:rPr>
              <a:t>w</a:t>
            </a:r>
            <a:r>
              <a:rPr altLang="en-US" b="1" sz="3800" lang="en-US">
                <a:solidFill>
                  <a:srgbClr val="800000"/>
                </a:solidFill>
              </a:rPr>
              <a:t>o</a:t>
            </a:r>
            <a:r>
              <a:rPr altLang="en-US" b="1" sz="3800" lang="en-US">
                <a:solidFill>
                  <a:srgbClr val="800000"/>
                </a:solidFill>
              </a:rPr>
              <a:t>c</a:t>
            </a:r>
            <a:r>
              <a:rPr altLang="en-US" b="1" sz="3800" lang="en-US">
                <a:solidFill>
                  <a:srgbClr val="800000"/>
                </a:solidFill>
              </a:rPr>
              <a:t>h</a:t>
            </a:r>
            <a:r>
              <a:rPr altLang="en-US" b="1" sz="3800" lang="en-US">
                <a:solidFill>
                  <a:srgbClr val="800000"/>
                </a:solidFill>
              </a:rPr>
              <a:t>u</a:t>
            </a:r>
            <a:r>
              <a:rPr altLang="en-US" b="1" sz="3800" lang="en-US">
                <a:solidFill>
                  <a:srgbClr val="800000"/>
                </a:solidFill>
              </a:rPr>
              <a:t>l</a:t>
            </a:r>
            <a:r>
              <a:rPr altLang="en-US" b="1" sz="3800" lang="en-US">
                <a:solidFill>
                  <a:srgbClr val="800000"/>
                </a:solidFill>
              </a:rPr>
              <a:t>u</a:t>
            </a:r>
            <a:r>
              <a:rPr altLang="en-US" b="1" sz="3800" lang="en-US">
                <a:solidFill>
                  <a:srgbClr val="800000"/>
                </a:solidFill>
              </a:rPr>
              <a:t>k</a:t>
            </a:r>
            <a:r>
              <a:rPr altLang="en-US" b="1" sz="3800" lang="en-US">
                <a:solidFill>
                  <a:srgbClr val="800000"/>
                </a:solidFill>
              </a:rPr>
              <a:t>a</a:t>
            </a:r>
            <a:r>
              <a:rPr altLang="en-US" b="1" sz="3800" lang="en-US">
                <a:solidFill>
                  <a:srgbClr val="800000"/>
                </a:solidFill>
              </a:rPr>
              <a:t> </a:t>
            </a:r>
            <a:r>
              <a:rPr altLang="en-US" b="1" sz="3800" lang="en-US">
                <a:solidFill>
                  <a:srgbClr val="800000"/>
                </a:solidFill>
              </a:rPr>
              <a:t>c</a:t>
            </a:r>
            <a:r>
              <a:rPr altLang="en-US" b="1" sz="3800" lang="en-US">
                <a:solidFill>
                  <a:srgbClr val="800000"/>
                </a:solidFill>
              </a:rPr>
              <a:t>a</a:t>
            </a:r>
            <a:r>
              <a:rPr altLang="en-US" b="1" sz="3800" lang="en-US">
                <a:solidFill>
                  <a:srgbClr val="800000"/>
                </a:solidFill>
              </a:rPr>
              <a:t>y</a:t>
            </a:r>
            <a:r>
              <a:rPr altLang="en-US" b="1" sz="3800" lang="en-US">
                <a:solidFill>
                  <a:srgbClr val="800000"/>
                </a:solidFill>
              </a:rPr>
              <a:t>e</a:t>
            </a:r>
            <a:r>
              <a:rPr altLang="en-US" b="1" sz="3800" lang="en-US">
                <a:solidFill>
                  <a:srgbClr val="800000"/>
                </a:solidFill>
              </a:rPr>
              <a:t>n</a:t>
            </a:r>
            <a:r>
              <a:rPr altLang="en-US" b="1" sz="3800" lang="en-US">
                <a:solidFill>
                  <a:srgbClr val="800000"/>
                </a:solidFill>
              </a:rPr>
              <a:t>n</a:t>
            </a:r>
            <a:r>
              <a:rPr altLang="en-US" b="1" sz="3800" lang="en-US">
                <a:solidFill>
                  <a:srgbClr val="800000"/>
                </a:solidFill>
              </a:rPr>
              <a:t>e</a:t>
            </a:r>
            <a:r>
              <a:rPr altLang="en-US" b="1" sz="3800" lang="en-US">
                <a:solidFill>
                  <a:srgbClr val="800000"/>
                </a:solidFill>
              </a:rPr>
              <a:t> </a:t>
            </a:r>
            <a:r>
              <a:rPr altLang="en-US" b="1" sz="3800" lang="en-US">
                <a:solidFill>
                  <a:srgbClr val="800000"/>
                </a:solidFill>
              </a:rPr>
              <a:t>c</a:t>
            </a:r>
            <a:r>
              <a:rPr altLang="en-US" b="1" sz="3800" lang="en-US">
                <a:solidFill>
                  <a:srgbClr val="800000"/>
                </a:solidFill>
              </a:rPr>
              <a:t>h</a:t>
            </a:r>
            <a:r>
              <a:rPr altLang="en-US" b="1" sz="3800" lang="en-US">
                <a:solidFill>
                  <a:srgbClr val="800000"/>
                </a:solidFill>
              </a:rPr>
              <a:t>i</a:t>
            </a:r>
            <a:r>
              <a:rPr altLang="en-US" b="1" sz="3800" lang="en-US">
                <a:solidFill>
                  <a:srgbClr val="800000"/>
                </a:solidFill>
              </a:rPr>
              <a:t>f</a:t>
            </a:r>
            <a:r>
              <a:rPr altLang="en-US" b="1" sz="3800" lang="en-US">
                <a:solidFill>
                  <a:srgbClr val="800000"/>
                </a:solidFill>
              </a:rPr>
              <a:t>u</a:t>
            </a:r>
            <a:r>
              <a:rPr altLang="en-US" b="1" sz="3800" lang="en-US">
                <a:solidFill>
                  <a:srgbClr val="800000"/>
                </a:solidFill>
              </a:rPr>
              <a:t>k</a:t>
            </a:r>
            <a:r>
              <a:rPr altLang="en-US" b="1" sz="3800" lang="en-US">
                <a:solidFill>
                  <a:srgbClr val="800000"/>
                </a:solidFill>
              </a:rPr>
              <a:t>w</a:t>
            </a:r>
            <a:r>
              <a:rPr altLang="en-US" b="1" sz="3800" lang="en-US">
                <a:solidFill>
                  <a:srgbClr val="800000"/>
                </a:solidFill>
              </a:rPr>
              <a:t>a</a:t>
            </a:r>
            <a:r>
              <a:rPr altLang="en-US" b="1" sz="3800" lang="en-US">
                <a:solidFill>
                  <a:srgbClr val="800000"/>
                </a:solidFill>
              </a:rPr>
              <a:t> </a:t>
            </a:r>
            <a:r>
              <a:rPr altLang="en-US" b="1" sz="3800" lang="en-US">
                <a:solidFill>
                  <a:srgbClr val="800000"/>
                </a:solidFill>
              </a:rPr>
              <a:t>a</a:t>
            </a:r>
            <a:r>
              <a:rPr altLang="en-US" b="1" sz="3800" lang="en-US">
                <a:solidFill>
                  <a:srgbClr val="800000"/>
                </a:solidFill>
              </a:rPr>
              <a:t>m</a:t>
            </a:r>
            <a:r>
              <a:rPr altLang="en-US" b="1" sz="3800" lang="en-US">
                <a:solidFill>
                  <a:srgbClr val="800000"/>
                </a:solidFill>
              </a:rPr>
              <a:t>a</a:t>
            </a:r>
            <a:r>
              <a:rPr altLang="en-US" b="1" sz="3800" lang="en-US">
                <a:solidFill>
                  <a:srgbClr val="800000"/>
                </a:solidFill>
              </a:rPr>
              <a:t>w</a:t>
            </a:r>
            <a:r>
              <a:rPr altLang="en-US" b="1" sz="3800" lang="en-US">
                <a:solidFill>
                  <a:srgbClr val="800000"/>
                </a:solidFill>
              </a:rPr>
              <a:t>a</a:t>
            </a:r>
            <a:r>
              <a:rPr altLang="en-US" b="1" sz="3800" lang="en-US">
                <a:solidFill>
                  <a:srgbClr val="800000"/>
                </a:solidFill>
              </a:rPr>
              <a:t>w</a:t>
            </a:r>
            <a:r>
              <a:rPr altLang="en-US" b="1" sz="3800" lang="en-US">
                <a:solidFill>
                  <a:srgbClr val="800000"/>
                </a:solidFill>
              </a:rPr>
              <a:t>a</a:t>
            </a:r>
            <a:r>
              <a:rPr altLang="en-US" b="1" sz="3800" lang="en-US">
                <a:solidFill>
                  <a:srgbClr val="800000"/>
                </a:solidFill>
              </a:rPr>
              <a:t> </a:t>
            </a:r>
            <a:r>
              <a:rPr altLang="en-US" b="1" sz="3800" lang="en-US">
                <a:solidFill>
                  <a:srgbClr val="800000"/>
                </a:solidFill>
              </a:rPr>
              <a:t>k</a:t>
            </a:r>
            <a:r>
              <a:rPr altLang="en-US" b="1" sz="3800" lang="en-US">
                <a:solidFill>
                  <a:srgbClr val="800000"/>
                </a:solidFill>
              </a:rPr>
              <a:t>w</a:t>
            </a:r>
            <a:r>
              <a:rPr altLang="en-US" b="1" sz="3800" lang="en-US">
                <a:solidFill>
                  <a:srgbClr val="800000"/>
                </a:solidFill>
              </a:rPr>
              <a:t>a</a:t>
            </a:r>
            <a:r>
              <a:rPr altLang="en-US" b="1" sz="3800" lang="en-US">
                <a:solidFill>
                  <a:srgbClr val="800000"/>
                </a:solidFill>
              </a:rPr>
              <a:t>m</a:t>
            </a:r>
            <a:r>
              <a:rPr altLang="en-US" b="1" sz="3800" lang="en-US">
                <a:solidFill>
                  <a:srgbClr val="800000"/>
                </a:solidFill>
              </a:rPr>
              <a:t>b</a:t>
            </a:r>
            <a:r>
              <a:rPr altLang="en-US" b="1" sz="3800" lang="en-US">
                <a:solidFill>
                  <a:srgbClr val="800000"/>
                </a:solidFill>
              </a:rPr>
              <a:t>i</a:t>
            </a:r>
            <a:r>
              <a:rPr altLang="en-US" b="1" sz="3800" lang="en-US">
                <a:solidFill>
                  <a:srgbClr val="800000"/>
                </a:solidFill>
              </a:rPr>
              <a:t>r</a:t>
            </a:r>
            <a:r>
              <a:rPr altLang="en-US" b="1" sz="3800" lang="en-US">
                <a:solidFill>
                  <a:srgbClr val="800000"/>
                </a:solidFill>
              </a:rPr>
              <a:t>i</a:t>
            </a:r>
            <a:r>
              <a:rPr altLang="en-US" b="1" sz="3800" lang="en-US">
                <a:solidFill>
                  <a:srgbClr val="800000"/>
                </a:solidFill>
              </a:rPr>
              <a:t>.</a:t>
            </a:r>
            <a:r>
              <a:rPr altLang="en-US" b="1" sz="3800" lang="en-US">
                <a:solidFill>
                  <a:srgbClr val="800000"/>
                </a:solidFill>
              </a:rPr>
              <a:t>(</a:t>
            </a:r>
            <a:r>
              <a:rPr altLang="en-US" b="1" sz="3800" lang="en-US">
                <a:solidFill>
                  <a:srgbClr val="800000"/>
                </a:solidFill>
              </a:rPr>
              <a:t> </a:t>
            </a:r>
            <a:r>
              <a:rPr altLang="en-US" b="1" sz="3800" lang="en-US">
                <a:solidFill>
                  <a:srgbClr val="800000"/>
                </a:solidFill>
              </a:rPr>
              <a:t>K</a:t>
            </a:r>
            <a:r>
              <a:rPr altLang="en-US" b="1" sz="3800" lang="en-US">
                <a:solidFill>
                  <a:srgbClr val="800000"/>
                </a:solidFill>
              </a:rPr>
              <a:t>a</a:t>
            </a:r>
            <a:r>
              <a:rPr altLang="en-US" b="1" sz="3800" lang="en-US">
                <a:solidFill>
                  <a:srgbClr val="800000"/>
                </a:solidFill>
              </a:rPr>
              <a:t>w</a:t>
            </a:r>
            <a:r>
              <a:rPr altLang="en-US" b="1" sz="3800" lang="en-US">
                <a:solidFill>
                  <a:srgbClr val="800000"/>
                </a:solidFill>
              </a:rPr>
              <a:t>i</a:t>
            </a:r>
            <a:r>
              <a:rPr altLang="en-US" b="1" sz="3800" lang="en-US">
                <a:solidFill>
                  <a:srgbClr val="800000"/>
                </a:solidFill>
              </a:rPr>
              <a:t>r</a:t>
            </a:r>
            <a:r>
              <a:rPr altLang="en-US" b="1" sz="3800" lang="en-US">
                <a:solidFill>
                  <a:srgbClr val="800000"/>
                </a:solidFill>
              </a:rPr>
              <a:t>i</a:t>
            </a:r>
            <a:r>
              <a:rPr altLang="en-US" b="1" sz="3800" lang="en-US">
                <a:solidFill>
                  <a:srgbClr val="800000"/>
                </a:solidFill>
              </a:rPr>
              <a:t> </a:t>
            </a:r>
            <a:r>
              <a:rPr altLang="en-US" b="1" sz="3800" lang="en-US">
                <a:solidFill>
                  <a:srgbClr val="800000"/>
                </a:solidFill>
              </a:rPr>
              <a:t>p</a:t>
            </a:r>
            <a:r>
              <a:rPr altLang="en-US" b="1" sz="3800" lang="en-US">
                <a:solidFill>
                  <a:srgbClr val="800000"/>
                </a:solidFill>
              </a:rPr>
              <a:t>a</a:t>
            </a:r>
            <a:r>
              <a:rPr altLang="en-US" b="1" sz="3800" lang="en-US">
                <a:solidFill>
                  <a:srgbClr val="800000"/>
                </a:solidFill>
              </a:rPr>
              <a:t>t</a:t>
            </a:r>
            <a:r>
              <a:rPr altLang="en-US" b="1" sz="3800" lang="en-US">
                <a:solidFill>
                  <a:srgbClr val="800000"/>
                </a:solidFill>
              </a:rPr>
              <a:t>s</a:t>
            </a:r>
            <a:r>
              <a:rPr altLang="en-US" b="1" sz="3800" lang="en-US">
                <a:solidFill>
                  <a:srgbClr val="800000"/>
                </a:solidFill>
              </a:rPr>
              <a:t>i</a:t>
            </a:r>
            <a:r>
              <a:rPr altLang="en-US" b="1" sz="3800" lang="en-US">
                <a:solidFill>
                  <a:srgbClr val="800000"/>
                </a:solidFill>
              </a:rPr>
              <a:t>k</a:t>
            </a:r>
            <a:r>
              <a:rPr altLang="en-US" b="1" sz="3800" lang="en-US">
                <a:solidFill>
                  <a:srgbClr val="800000"/>
                </a:solidFill>
              </a:rPr>
              <a:t>u</a:t>
            </a:r>
            <a:r>
              <a:rPr altLang="en-US" b="1" sz="3800" lang="en-US">
                <a:solidFill>
                  <a:srgbClr val="800000"/>
                </a:solidFill>
              </a:rPr>
              <a:t>)</a:t>
            </a:r>
            <a:endParaRPr lang="en-US"/>
          </a:p>
          <a:p>
            <a:r>
              <a:rPr altLang="en-US" b="1" sz="3800" lang="en-US">
                <a:solidFill>
                  <a:srgbClr val="000000"/>
                </a:solidFill>
              </a:rPr>
              <a:t>T</a:t>
            </a:r>
            <a:r>
              <a:rPr altLang="en-US" b="1" sz="3800" lang="en-US">
                <a:solidFill>
                  <a:srgbClr val="000000"/>
                </a:solidFill>
              </a:rPr>
              <a:t>o</a:t>
            </a:r>
            <a:r>
              <a:rPr altLang="en-US" b="1" sz="3800" lang="en-US">
                <a:solidFill>
                  <a:srgbClr val="000000"/>
                </a:solidFill>
              </a:rPr>
              <a:t>w</a:t>
            </a:r>
            <a:r>
              <a:rPr altLang="en-US" b="1" sz="3800" lang="en-US">
                <a:solidFill>
                  <a:srgbClr val="000000"/>
                </a:solidFill>
              </a:rPr>
              <a:t>e</a:t>
            </a:r>
            <a:r>
              <a:rPr altLang="en-US" b="1" sz="3800" lang="en-US">
                <a:solidFill>
                  <a:srgbClr val="000000"/>
                </a:solidFill>
              </a:rPr>
              <a:t>l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y</a:t>
            </a:r>
            <a:r>
              <a:rPr altLang="en-US" b="1" sz="3800" lang="en-US">
                <a:solidFill>
                  <a:srgbClr val="000000"/>
                </a:solidFill>
              </a:rPr>
              <a:t>o</a:t>
            </a:r>
            <a:r>
              <a:rPr altLang="en-US" b="1" sz="3800" lang="en-US">
                <a:solidFill>
                  <a:srgbClr val="000000"/>
                </a:solidFill>
              </a:rPr>
              <a:t>n</a:t>
            </a:r>
            <a:r>
              <a:rPr altLang="en-US" b="1" sz="3800" lang="en-US">
                <a:solidFill>
                  <a:srgbClr val="000000"/>
                </a:solidFill>
              </a:rPr>
              <a:t>y</a:t>
            </a:r>
            <a:r>
              <a:rPr altLang="en-US" b="1" sz="3800" lang="en-US">
                <a:solidFill>
                  <a:srgbClr val="000000"/>
                </a:solidFill>
              </a:rPr>
              <a:t>o</a:t>
            </a:r>
            <a:r>
              <a:rPr altLang="en-US" b="1" sz="3800" lang="en-US">
                <a:solidFill>
                  <a:srgbClr val="000000"/>
                </a:solidFill>
              </a:rPr>
              <a:t>w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n</a:t>
            </a:r>
            <a:r>
              <a:rPr altLang="en-US" b="1" sz="3800" lang="en-US">
                <a:solidFill>
                  <a:srgbClr val="000000"/>
                </a:solidFill>
              </a:rPr>
              <a:t>d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y</a:t>
            </a:r>
            <a:r>
              <a:rPr altLang="en-US" b="1" sz="3800" lang="en-US">
                <a:solidFill>
                  <a:srgbClr val="000000"/>
                </a:solidFill>
              </a:rPr>
              <a:t>o</a:t>
            </a:r>
            <a:r>
              <a:rPr altLang="en-US" b="1" sz="3800" lang="en-US">
                <a:solidFill>
                  <a:srgbClr val="000000"/>
                </a:solidFill>
              </a:rPr>
              <a:t>w</a:t>
            </a:r>
            <a:r>
              <a:rPr altLang="en-US" b="1" sz="3800" lang="en-US">
                <a:solidFill>
                  <a:srgbClr val="000000"/>
                </a:solidFill>
              </a:rPr>
              <a:t>u</a:t>
            </a:r>
            <a:r>
              <a:rPr altLang="en-US" b="1" sz="3800" lang="en-US">
                <a:solidFill>
                  <a:srgbClr val="000000"/>
                </a:solidFill>
              </a:rPr>
              <a:t>m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.</a:t>
            </a:r>
            <a:r>
              <a:rPr altLang="en-US" b="1" sz="3800" lang="en-US">
                <a:solidFill>
                  <a:srgbClr val="000000"/>
                </a:solidFill>
              </a:rPr>
              <a:t>N</a:t>
            </a:r>
            <a:r>
              <a:rPr altLang="en-US" b="1" sz="3800" lang="en-US">
                <a:solidFill>
                  <a:srgbClr val="000000"/>
                </a:solidFill>
              </a:rPr>
              <a:t>y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k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n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t</a:t>
            </a:r>
            <a:r>
              <a:rPr altLang="en-US" b="1" sz="3800" lang="en-US">
                <a:solidFill>
                  <a:srgbClr val="000000"/>
                </a:solidFill>
              </a:rPr>
              <a:t>o</a:t>
            </a:r>
            <a:r>
              <a:rPr altLang="en-US" b="1" sz="3800" lang="en-US">
                <a:solidFill>
                  <a:srgbClr val="000000"/>
                </a:solidFill>
              </a:rPr>
              <a:t>w</a:t>
            </a:r>
            <a:r>
              <a:rPr altLang="en-US" b="1" sz="3800" lang="en-US">
                <a:solidFill>
                  <a:srgbClr val="000000"/>
                </a:solidFill>
              </a:rPr>
              <a:t>e</a:t>
            </a:r>
            <a:r>
              <a:rPr altLang="en-US" b="1" sz="3800" lang="en-US">
                <a:solidFill>
                  <a:srgbClr val="000000"/>
                </a:solidFill>
              </a:rPr>
              <a:t>l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m</a:t>
            </a:r>
            <a:r>
              <a:rPr altLang="en-US" b="1" sz="3800" lang="en-US">
                <a:solidFill>
                  <a:srgbClr val="000000"/>
                </a:solidFill>
              </a:rPr>
              <a:t>'</a:t>
            </a:r>
            <a:r>
              <a:rPr altLang="en-US" b="1" sz="3800" lang="en-US">
                <a:solidFill>
                  <a:srgbClr val="000000"/>
                </a:solidFill>
              </a:rPr>
              <a:t>m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d</a:t>
            </a:r>
            <a:r>
              <a:rPr altLang="en-US" b="1" sz="3800" lang="en-US">
                <a:solidFill>
                  <a:srgbClr val="000000"/>
                </a:solidFill>
              </a:rPr>
              <a:t>z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o</a:t>
            </a:r>
            <a:r>
              <a:rPr altLang="en-US" b="1" sz="3800" lang="en-US">
                <a:solidFill>
                  <a:srgbClr val="000000"/>
                </a:solidFill>
              </a:rPr>
              <a:t>z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z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r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n</a:t>
            </a:r>
            <a:r>
              <a:rPr altLang="en-US" b="1" sz="3800" lang="en-US">
                <a:solidFill>
                  <a:srgbClr val="000000"/>
                </a:solidFill>
              </a:rPr>
              <a:t>d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p</a:t>
            </a:r>
            <a:r>
              <a:rPr altLang="en-US" b="1" sz="3800" lang="en-US">
                <a:solidFill>
                  <a:srgbClr val="000000"/>
                </a:solidFill>
              </a:rPr>
              <a:t>o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m</a:t>
            </a:r>
            <a:r>
              <a:rPr altLang="en-US" b="1" sz="3800" lang="en-US">
                <a:solidFill>
                  <a:srgbClr val="000000"/>
                </a:solidFill>
              </a:rPr>
              <a:t>u</a:t>
            </a:r>
            <a:r>
              <a:rPr altLang="en-US" b="1" sz="3800" lang="en-US">
                <a:solidFill>
                  <a:srgbClr val="000000"/>
                </a:solidFill>
              </a:rPr>
              <a:t>y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z</a:t>
            </a:r>
            <a:r>
              <a:rPr altLang="en-US" b="1" sz="3800" lang="en-US">
                <a:solidFill>
                  <a:srgbClr val="000000"/>
                </a:solidFill>
              </a:rPr>
              <a:t>u</a:t>
            </a:r>
            <a:r>
              <a:rPr altLang="en-US" b="1" sz="3800" lang="en-US">
                <a:solidFill>
                  <a:srgbClr val="000000"/>
                </a:solidFill>
              </a:rPr>
              <a:t>n</a:t>
            </a:r>
            <a:r>
              <a:rPr altLang="en-US" b="1" sz="3800" lang="en-US">
                <a:solidFill>
                  <a:srgbClr val="000000"/>
                </a:solidFill>
              </a:rPr>
              <a:t>g</a:t>
            </a:r>
            <a:r>
              <a:rPr altLang="en-US" b="1" sz="3800" lang="en-US">
                <a:solidFill>
                  <a:srgbClr val="000000"/>
                </a:solidFill>
              </a:rPr>
              <a:t>u</a:t>
            </a:r>
            <a:r>
              <a:rPr altLang="en-US" b="1" sz="3800" lang="en-US">
                <a:solidFill>
                  <a:srgbClr val="000000"/>
                </a:solidFill>
              </a:rPr>
              <a:t>l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z</a:t>
            </a:r>
            <a:r>
              <a:rPr altLang="en-US" b="1" sz="3800" lang="en-US">
                <a:solidFill>
                  <a:srgbClr val="000000"/>
                </a:solidFill>
              </a:rPr>
              <a:t>e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k</a:t>
            </a:r>
            <a:r>
              <a:rPr altLang="en-US" b="1" sz="3800" lang="en-US">
                <a:solidFill>
                  <a:srgbClr val="000000"/>
                </a:solidFill>
              </a:rPr>
              <a:t>h</a:t>
            </a:r>
            <a:r>
              <a:rPr altLang="en-US" b="1" sz="3800" lang="en-US">
                <a:solidFill>
                  <a:srgbClr val="000000"/>
                </a:solidFill>
              </a:rPr>
              <a:t>o</a:t>
            </a:r>
            <a:r>
              <a:rPr altLang="en-US" b="1" sz="3800" lang="en-US">
                <a:solidFill>
                  <a:srgbClr val="000000"/>
                </a:solidFill>
              </a:rPr>
              <a:t>s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l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n</a:t>
            </a:r>
            <a:r>
              <a:rPr altLang="en-US" b="1" sz="3800" lang="en-US">
                <a:solidFill>
                  <a:srgbClr val="000000"/>
                </a:solidFill>
              </a:rPr>
              <a:t>u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k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w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r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k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p</a:t>
            </a:r>
            <a:r>
              <a:rPr altLang="en-US" b="1" sz="3800" lang="en-US">
                <a:solidFill>
                  <a:srgbClr val="000000"/>
                </a:solidFill>
              </a:rPr>
              <a:t>e</a:t>
            </a:r>
            <a:r>
              <a:rPr altLang="en-US" b="1" sz="3800" lang="en-US">
                <a:solidFill>
                  <a:srgbClr val="000000"/>
                </a:solidFill>
              </a:rPr>
              <a:t>n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k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t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t</a:t>
            </a:r>
            <a:r>
              <a:rPr altLang="en-US" b="1" sz="3800" lang="en-US">
                <a:solidFill>
                  <a:srgbClr val="000000"/>
                </a:solidFill>
              </a:rPr>
              <a:t>u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k</a:t>
            </a:r>
            <a:r>
              <a:rPr altLang="en-US" b="1" sz="3800" lang="en-US">
                <a:solidFill>
                  <a:srgbClr val="000000"/>
                </a:solidFill>
              </a:rPr>
              <a:t>u</a:t>
            </a:r>
            <a:r>
              <a:rPr altLang="en-US" b="1" sz="3800" lang="en-US">
                <a:solidFill>
                  <a:srgbClr val="000000"/>
                </a:solidFill>
              </a:rPr>
              <a:t>t</a:t>
            </a:r>
            <a:r>
              <a:rPr altLang="en-US" b="1" sz="3800" lang="en-US">
                <a:solidFill>
                  <a:srgbClr val="000000"/>
                </a:solidFill>
              </a:rPr>
              <a:t>e</a:t>
            </a:r>
            <a:r>
              <a:rPr altLang="en-US" b="1" sz="3800" lang="en-US">
                <a:solidFill>
                  <a:srgbClr val="000000"/>
                </a:solidFill>
              </a:rPr>
              <a:t>n</a:t>
            </a:r>
            <a:r>
              <a:rPr altLang="en-US" b="1" sz="3800" lang="en-US">
                <a:solidFill>
                  <a:srgbClr val="000000"/>
                </a:solidFill>
              </a:rPr>
              <a:t>g</a:t>
            </a:r>
            <a:r>
              <a:rPr altLang="en-US" b="1" sz="3800" lang="en-US">
                <a:solidFill>
                  <a:srgbClr val="000000"/>
                </a:solidFill>
              </a:rPr>
              <a:t>e</a:t>
            </a:r>
            <a:r>
              <a:rPr altLang="en-US" b="1" sz="3800" lang="en-US">
                <a:solidFill>
                  <a:srgbClr val="000000"/>
                </a:solidFill>
              </a:rPr>
              <a:t>l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k</a:t>
            </a:r>
            <a:r>
              <a:rPr altLang="en-US" b="1" sz="3800" lang="en-US">
                <a:solidFill>
                  <a:srgbClr val="000000"/>
                </a:solidFill>
              </a:rPr>
              <a:t>u</a:t>
            </a:r>
            <a:r>
              <a:rPr altLang="en-US" b="1" sz="3800" lang="en-US">
                <a:solidFill>
                  <a:srgbClr val="000000"/>
                </a:solidFill>
              </a:rPr>
              <a:t>k</a:t>
            </a:r>
            <a:r>
              <a:rPr altLang="en-US" b="1" sz="3800" lang="en-US">
                <a:solidFill>
                  <a:srgbClr val="000000"/>
                </a:solidFill>
              </a:rPr>
              <a:t>u</a:t>
            </a:r>
            <a:r>
              <a:rPr altLang="en-US" b="1" sz="3800" lang="en-US">
                <a:solidFill>
                  <a:srgbClr val="000000"/>
                </a:solidFill>
              </a:rPr>
              <a:t>l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k</a:t>
            </a:r>
            <a:r>
              <a:rPr altLang="en-US" b="1" sz="3800" lang="en-US">
                <a:solidFill>
                  <a:srgbClr val="000000"/>
                </a:solidFill>
              </a:rPr>
              <a:t>w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t</a:t>
            </a:r>
            <a:r>
              <a:rPr altLang="en-US" b="1" sz="3800" lang="en-US">
                <a:solidFill>
                  <a:srgbClr val="000000"/>
                </a:solidFill>
              </a:rPr>
              <a:t>o</a:t>
            </a:r>
            <a:r>
              <a:rPr altLang="en-US" b="1" sz="3800" lang="en-US">
                <a:solidFill>
                  <a:srgbClr val="000000"/>
                </a:solidFill>
              </a:rPr>
              <a:t>w</a:t>
            </a:r>
            <a:r>
              <a:rPr altLang="en-US" b="1" sz="3800" lang="en-US">
                <a:solidFill>
                  <a:srgbClr val="000000"/>
                </a:solidFill>
              </a:rPr>
              <a:t>e</a:t>
            </a:r>
            <a:r>
              <a:rPr altLang="en-US" b="1" sz="3800" lang="en-US">
                <a:solidFill>
                  <a:srgbClr val="000000"/>
                </a:solidFill>
              </a:rPr>
              <a:t>l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k</a:t>
            </a:r>
            <a:r>
              <a:rPr altLang="en-US" b="1" sz="3800" lang="en-US">
                <a:solidFill>
                  <a:srgbClr val="000000"/>
                </a:solidFill>
              </a:rPr>
              <a:t>e</a:t>
            </a:r>
            <a:r>
              <a:rPr altLang="en-US" b="1" sz="3800" lang="en-US">
                <a:solidFill>
                  <a:srgbClr val="000000"/>
                </a:solidFill>
              </a:rPr>
              <a:t>n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k</a:t>
            </a:r>
            <a:r>
              <a:rPr altLang="en-US" b="1" sz="3800" lang="en-US">
                <a:solidFill>
                  <a:srgbClr val="000000"/>
                </a:solidFill>
              </a:rPr>
              <a:t>o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t</a:t>
            </a:r>
            <a:r>
              <a:rPr altLang="en-US" b="1" sz="3800" lang="en-US">
                <a:solidFill>
                  <a:srgbClr val="000000"/>
                </a:solidFill>
              </a:rPr>
              <a:t>e</a:t>
            </a:r>
            <a:r>
              <a:rPr altLang="en-US" b="1" sz="3800" lang="en-US">
                <a:solidFill>
                  <a:srgbClr val="000000"/>
                </a:solidFill>
              </a:rPr>
              <a:t>n</a:t>
            </a:r>
            <a:r>
              <a:rPr altLang="en-US" b="1" sz="3800" lang="en-US">
                <a:solidFill>
                  <a:srgbClr val="000000"/>
                </a:solidFill>
              </a:rPr>
              <a:t>g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n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t</a:t>
            </a:r>
            <a:r>
              <a:rPr altLang="en-US" b="1" sz="3800" lang="en-US">
                <a:solidFill>
                  <a:srgbClr val="000000"/>
                </a:solidFill>
              </a:rPr>
              <a:t>o</a:t>
            </a:r>
            <a:r>
              <a:rPr altLang="en-US" b="1" sz="3800" lang="en-US">
                <a:solidFill>
                  <a:srgbClr val="000000"/>
                </a:solidFill>
              </a:rPr>
              <a:t>w</a:t>
            </a:r>
            <a:r>
              <a:rPr altLang="en-US" b="1" sz="3800" lang="en-US">
                <a:solidFill>
                  <a:srgbClr val="000000"/>
                </a:solidFill>
              </a:rPr>
              <a:t>e</a:t>
            </a:r>
            <a:r>
              <a:rPr altLang="en-US" b="1" sz="3800" lang="en-US">
                <a:solidFill>
                  <a:srgbClr val="000000"/>
                </a:solidFill>
              </a:rPr>
              <a:t>l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n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y</a:t>
            </a:r>
            <a:r>
              <a:rPr altLang="en-US" b="1" sz="3800" lang="en-US">
                <a:solidFill>
                  <a:srgbClr val="000000"/>
                </a:solidFill>
              </a:rPr>
              <a:t>o</a:t>
            </a:r>
            <a:r>
              <a:rPr altLang="en-US" b="1" sz="3800" lang="en-US">
                <a:solidFill>
                  <a:srgbClr val="000000"/>
                </a:solidFill>
              </a:rPr>
              <a:t>w</a:t>
            </a:r>
            <a:r>
              <a:rPr altLang="en-US" b="1" sz="3800" lang="en-US">
                <a:solidFill>
                  <a:srgbClr val="000000"/>
                </a:solidFill>
              </a:rPr>
              <a:t>u</a:t>
            </a:r>
            <a:r>
              <a:rPr altLang="en-US" b="1" sz="3800" lang="en-US">
                <a:solidFill>
                  <a:srgbClr val="000000"/>
                </a:solidFill>
              </a:rPr>
              <a:t>m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m</a:t>
            </a:r>
            <a:r>
              <a:rPr altLang="en-US" b="1" sz="3800" lang="en-US">
                <a:solidFill>
                  <a:srgbClr val="000000"/>
                </a:solidFill>
              </a:rPr>
              <a:t>u</a:t>
            </a:r>
            <a:r>
              <a:rPr altLang="en-US" b="1" sz="3800" lang="en-US">
                <a:solidFill>
                  <a:srgbClr val="000000"/>
                </a:solidFill>
              </a:rPr>
              <a:t>y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k</a:t>
            </a:r>
            <a:r>
              <a:rPr altLang="en-US" b="1" sz="3800" lang="en-US">
                <a:solidFill>
                  <a:srgbClr val="000000"/>
                </a:solidFill>
              </a:rPr>
              <a:t>e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p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m</a:t>
            </a:r>
            <a:r>
              <a:rPr altLang="en-US" b="1" sz="3800" lang="en-US">
                <a:solidFill>
                  <a:srgbClr val="000000"/>
                </a:solidFill>
              </a:rPr>
              <a:t>w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m</a:t>
            </a:r>
            <a:r>
              <a:rPr altLang="en-US" b="1" sz="3800" lang="en-US">
                <a:solidFill>
                  <a:srgbClr val="000000"/>
                </a:solidFill>
              </a:rPr>
              <a:t>b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p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k</a:t>
            </a:r>
            <a:r>
              <a:rPr altLang="en-US" b="1" sz="3800" lang="en-US">
                <a:solidFill>
                  <a:srgbClr val="000000"/>
                </a:solidFill>
              </a:rPr>
              <a:t>e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n</a:t>
            </a:r>
            <a:r>
              <a:rPr altLang="en-US" b="1" sz="3800" lang="en-US">
                <a:solidFill>
                  <a:srgbClr val="000000"/>
                </a:solidFill>
              </a:rPr>
              <a:t>d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p</a:t>
            </a:r>
            <a:r>
              <a:rPr altLang="en-US" b="1" sz="3800" lang="en-US">
                <a:solidFill>
                  <a:srgbClr val="000000"/>
                </a:solidFill>
              </a:rPr>
              <a:t>o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m</a:t>
            </a:r>
            <a:r>
              <a:rPr altLang="en-US" b="1" sz="3800" lang="en-US">
                <a:solidFill>
                  <a:srgbClr val="000000"/>
                </a:solidFill>
              </a:rPr>
              <a:t>u</a:t>
            </a:r>
            <a:r>
              <a:rPr altLang="en-US" b="1" sz="3800" lang="en-US">
                <a:solidFill>
                  <a:srgbClr val="000000"/>
                </a:solidFill>
              </a:rPr>
              <a:t>y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c</a:t>
            </a:r>
            <a:r>
              <a:rPr altLang="en-US" b="1" sz="3800" lang="en-US">
                <a:solidFill>
                  <a:srgbClr val="000000"/>
                </a:solidFill>
              </a:rPr>
              <a:t>h</a:t>
            </a:r>
            <a:r>
              <a:rPr altLang="en-US" b="1" sz="3800" lang="en-US">
                <a:solidFill>
                  <a:srgbClr val="000000"/>
                </a:solidFill>
              </a:rPr>
              <a:t>o</a:t>
            </a:r>
            <a:r>
              <a:rPr altLang="en-US" b="1" sz="3800" lang="en-US">
                <a:solidFill>
                  <a:srgbClr val="000000"/>
                </a:solidFill>
              </a:rPr>
              <a:t>t</a:t>
            </a:r>
            <a:r>
              <a:rPr altLang="en-US" b="1" sz="3800" lang="en-US">
                <a:solidFill>
                  <a:srgbClr val="000000"/>
                </a:solidFill>
              </a:rPr>
              <a:t>s</a:t>
            </a:r>
            <a:r>
              <a:rPr altLang="en-US" b="1" sz="3800" lang="en-US">
                <a:solidFill>
                  <a:srgbClr val="000000"/>
                </a:solidFill>
              </a:rPr>
              <a:t>e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m</a:t>
            </a:r>
            <a:r>
              <a:rPr altLang="en-US" b="1" sz="3800" lang="en-US">
                <a:solidFill>
                  <a:srgbClr val="000000"/>
                </a:solidFill>
              </a:rPr>
              <a:t>'</a:t>
            </a:r>
            <a:r>
              <a:rPr altLang="en-US" b="1" sz="3800" lang="en-US">
                <a:solidFill>
                  <a:srgbClr val="000000"/>
                </a:solidFill>
              </a:rPr>
              <a:t>m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w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.</a:t>
            </a:r>
            <a:r>
              <a:rPr altLang="en-US" b="1" sz="3800" lang="en-US">
                <a:solidFill>
                  <a:srgbClr val="000000"/>
                </a:solidFill>
              </a:rPr>
              <a:t>(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P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n</a:t>
            </a:r>
            <a:r>
              <a:rPr altLang="en-US" b="1" sz="3800" lang="en-US">
                <a:solidFill>
                  <a:srgbClr val="000000"/>
                </a:solidFill>
              </a:rPr>
              <a:t>g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n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z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p</a:t>
            </a:r>
            <a:r>
              <a:rPr altLang="en-US" b="1" sz="3800" lang="en-US">
                <a:solidFill>
                  <a:srgbClr val="000000"/>
                </a:solidFill>
              </a:rPr>
              <a:t>o</a:t>
            </a:r>
            <a:r>
              <a:rPr altLang="en-US" b="1" sz="3800" lang="en-US">
                <a:solidFill>
                  <a:srgbClr val="000000"/>
                </a:solidFill>
              </a:rPr>
              <a:t>g</a:t>
            </a:r>
            <a:r>
              <a:rPr altLang="en-US" b="1" sz="3800" lang="en-US">
                <a:solidFill>
                  <a:srgbClr val="000000"/>
                </a:solidFill>
              </a:rPr>
              <a:t>o</a:t>
            </a:r>
            <a:r>
              <a:rPr altLang="en-US" b="1" sz="3800" lang="en-US">
                <a:solidFill>
                  <a:srgbClr val="000000"/>
                </a:solidFill>
              </a:rPr>
              <a:t>n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)</a:t>
            </a:r>
            <a:endParaRPr lang="en-US"/>
          </a:p>
          <a:p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k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n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m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p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z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n</a:t>
            </a:r>
            <a:r>
              <a:rPr altLang="en-US" b="1" sz="3800" lang="en-US">
                <a:solidFill>
                  <a:srgbClr val="000000"/>
                </a:solidFill>
              </a:rPr>
              <a:t>u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m</a:t>
            </a:r>
            <a:r>
              <a:rPr altLang="en-US" b="1" sz="3800" lang="en-US">
                <a:solidFill>
                  <a:srgbClr val="000000"/>
                </a:solidFill>
              </a:rPr>
              <a:t>'</a:t>
            </a:r>
            <a:r>
              <a:rPr altLang="en-US" b="1" sz="3800" lang="en-US">
                <a:solidFill>
                  <a:srgbClr val="000000"/>
                </a:solidFill>
              </a:rPr>
              <a:t>m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d</a:t>
            </a:r>
            <a:r>
              <a:rPr altLang="en-US" b="1" sz="3800" lang="en-US">
                <a:solidFill>
                  <a:srgbClr val="000000"/>
                </a:solidFill>
              </a:rPr>
              <a:t>z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o</a:t>
            </a:r>
            <a:r>
              <a:rPr altLang="en-US" b="1" sz="3800" lang="en-US">
                <a:solidFill>
                  <a:srgbClr val="000000"/>
                </a:solidFill>
              </a:rPr>
              <a:t>f</a:t>
            </a:r>
            <a:r>
              <a:rPr altLang="en-US" b="1" sz="3800" lang="en-US">
                <a:solidFill>
                  <a:srgbClr val="000000"/>
                </a:solidFill>
              </a:rPr>
              <a:t>u</a:t>
            </a:r>
            <a:r>
              <a:rPr altLang="en-US" b="1" sz="3800" lang="en-US">
                <a:solidFill>
                  <a:srgbClr val="000000"/>
                </a:solidFill>
              </a:rPr>
              <a:t>n</a:t>
            </a:r>
            <a:r>
              <a:rPr altLang="en-US" b="1" sz="3800" lang="en-US">
                <a:solidFill>
                  <a:srgbClr val="000000"/>
                </a:solidFill>
              </a:rPr>
              <a:t>d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(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l</a:t>
            </a:r>
            <a:r>
              <a:rPr altLang="en-US" b="1" sz="3800" lang="en-US">
                <a:solidFill>
                  <a:srgbClr val="000000"/>
                </a:solidFill>
              </a:rPr>
              <a:t>u</a:t>
            </a:r>
            <a:r>
              <a:rPr altLang="en-US" b="1" sz="3800" lang="en-US">
                <a:solidFill>
                  <a:srgbClr val="000000"/>
                </a:solidFill>
              </a:rPr>
              <a:t>k</a:t>
            </a:r>
            <a:r>
              <a:rPr altLang="en-US" b="1" sz="3800" lang="en-US">
                <a:solidFill>
                  <a:srgbClr val="000000"/>
                </a:solidFill>
              </a:rPr>
              <a:t>e</a:t>
            </a:r>
            <a:r>
              <a:rPr altLang="en-US" b="1" sz="3800" lang="en-US">
                <a:solidFill>
                  <a:srgbClr val="000000"/>
                </a:solidFill>
              </a:rPr>
              <a:t>w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r</a:t>
            </a:r>
            <a:r>
              <a:rPr altLang="en-US" b="1" sz="3800" lang="en-US">
                <a:solidFill>
                  <a:srgbClr val="000000"/>
                </a:solidFill>
              </a:rPr>
              <a:t>m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w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t</a:t>
            </a:r>
            <a:r>
              <a:rPr altLang="en-US" b="1" sz="3800" lang="en-US">
                <a:solidFill>
                  <a:srgbClr val="000000"/>
                </a:solidFill>
              </a:rPr>
              <a:t>e</a:t>
            </a:r>
            <a:r>
              <a:rPr altLang="en-US" b="1" sz="3800" lang="en-US">
                <a:solidFill>
                  <a:srgbClr val="000000"/>
                </a:solidFill>
              </a:rPr>
              <a:t>r</a:t>
            </a:r>
            <a:r>
              <a:rPr altLang="en-US" b="1" sz="3800" lang="en-US">
                <a:solidFill>
                  <a:srgbClr val="000000"/>
                </a:solidFill>
              </a:rPr>
              <a:t>)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k</a:t>
            </a:r>
            <a:r>
              <a:rPr altLang="en-US" b="1" sz="3800" lang="en-US">
                <a:solidFill>
                  <a:srgbClr val="000000"/>
                </a:solidFill>
              </a:rPr>
              <a:t>w</a:t>
            </a:r>
            <a:r>
              <a:rPr altLang="en-US" b="1" sz="3800" lang="en-US">
                <a:solidFill>
                  <a:srgbClr val="000000"/>
                </a:solidFill>
              </a:rPr>
              <a:t>a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p</a:t>
            </a:r>
            <a:r>
              <a:rPr altLang="en-US" b="1" sz="3800" lang="en-US">
                <a:solidFill>
                  <a:srgbClr val="000000"/>
                </a:solidFill>
              </a:rPr>
              <a:t>h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n</a:t>
            </a:r>
            <a:r>
              <a:rPr altLang="en-US" b="1" sz="3800" lang="en-US">
                <a:solidFill>
                  <a:srgbClr val="000000"/>
                </a:solidFill>
              </a:rPr>
              <a:t>d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k</a:t>
            </a:r>
            <a:r>
              <a:rPr altLang="en-US" b="1" sz="3800" lang="en-US">
                <a:solidFill>
                  <a:srgbClr val="000000"/>
                </a:solidFill>
              </a:rPr>
              <a:t>h</a:t>
            </a:r>
            <a:r>
              <a:rPr altLang="en-US" b="1" sz="3800" lang="en-US">
                <a:solidFill>
                  <a:srgbClr val="000000"/>
                </a:solidFill>
              </a:rPr>
              <a:t>u</a:t>
            </a:r>
            <a:r>
              <a:rPr altLang="en-US" b="1" sz="3800" lang="en-US">
                <a:solidFill>
                  <a:srgbClr val="000000"/>
                </a:solidFill>
              </a:rPr>
              <a:t>m</a:t>
            </a:r>
            <a:r>
              <a:rPr altLang="en-US" b="1" sz="3800" lang="en-US">
                <a:solidFill>
                  <a:srgbClr val="000000"/>
                </a:solidFill>
              </a:rPr>
              <a:t>u</a:t>
            </a:r>
            <a:r>
              <a:rPr altLang="en-US" b="1" sz="3800" lang="en-US">
                <a:solidFill>
                  <a:srgbClr val="000000"/>
                </a:solidFill>
              </a:rPr>
              <a:t>(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1</a:t>
            </a:r>
            <a:r>
              <a:rPr altLang="en-US" b="1" sz="3800" lang="en-US">
                <a:solidFill>
                  <a:srgbClr val="000000"/>
                </a:solidFill>
              </a:rPr>
              <a:t>0</a:t>
            </a:r>
            <a:r>
              <a:rPr altLang="en-US" b="1" sz="3800" lang="en-US">
                <a:solidFill>
                  <a:srgbClr val="000000"/>
                </a:solidFill>
              </a:rPr>
              <a:t> </a:t>
            </a:r>
            <a:r>
              <a:rPr altLang="en-US" b="1" sz="3800" lang="en-US">
                <a:solidFill>
                  <a:srgbClr val="000000"/>
                </a:solidFill>
              </a:rPr>
              <a:t>m</a:t>
            </a:r>
            <a:r>
              <a:rPr altLang="en-US" b="1" sz="3800" lang="en-US">
                <a:solidFill>
                  <a:srgbClr val="000000"/>
                </a:solidFill>
              </a:rPr>
              <a:t>i</a:t>
            </a:r>
            <a:r>
              <a:rPr altLang="en-US" b="1" sz="3800" lang="en-US">
                <a:solidFill>
                  <a:srgbClr val="000000"/>
                </a:solidFill>
              </a:rPr>
              <a:t>n</a:t>
            </a:r>
            <a:r>
              <a:rPr altLang="en-US" b="1" sz="3800" lang="en-US">
                <a:solidFill>
                  <a:srgbClr val="000000"/>
                </a:solidFill>
              </a:rPr>
              <a:t>u</a:t>
            </a:r>
            <a:r>
              <a:rPr altLang="en-US" b="1" sz="3800" lang="en-US">
                <a:solidFill>
                  <a:srgbClr val="000000"/>
                </a:solidFill>
              </a:rPr>
              <a:t>t</a:t>
            </a:r>
            <a:r>
              <a:rPr altLang="en-US" b="1" sz="3800" lang="en-US">
                <a:solidFill>
                  <a:srgbClr val="000000"/>
                </a:solidFill>
              </a:rPr>
              <a:t>e</a:t>
            </a:r>
            <a:r>
              <a:rPr altLang="en-US" b="1" sz="3800" lang="en-US">
                <a:solidFill>
                  <a:srgbClr val="000000"/>
                </a:solidFill>
              </a:rPr>
              <a:t>s</a:t>
            </a:r>
            <a:r>
              <a:rPr altLang="en-US" b="1" sz="3800" lang="en-US">
                <a:solidFill>
                  <a:srgbClr val="000000"/>
                </a:solidFill>
              </a:rPr>
              <a:t>)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"/>
          <p:cNvSpPr>
            <a:spLocks noGrp="1"/>
          </p:cNvSpPr>
          <p:nvPr>
            <p:ph type="title"/>
          </p:nvPr>
        </p:nvSpPr>
        <p:spPr>
          <a:solidFill>
            <a:srgbClr val="36363D"/>
          </a:solidFill>
        </p:spPr>
        <p:txBody>
          <a:bodyPr/>
          <a:p>
            <a:r>
              <a:rPr b="1" sz="5400" lang="en-US">
                <a:solidFill>
                  <a:srgbClr val="800000"/>
                </a:solidFill>
              </a:rPr>
              <a:t>Y</a:t>
            </a:r>
            <a:r>
              <a:rPr b="1" sz="5400" lang="en-US">
                <a:solidFill>
                  <a:srgbClr val="800000"/>
                </a:solidFill>
              </a:rPr>
              <a:t>E</a:t>
            </a:r>
            <a:r>
              <a:rPr b="1" sz="5400" lang="en-US">
                <a:solidFill>
                  <a:srgbClr val="800000"/>
                </a:solidFill>
              </a:rPr>
              <a:t>S</a:t>
            </a:r>
            <a:r>
              <a:rPr b="1" sz="5400" lang="en-US">
                <a:solidFill>
                  <a:srgbClr val="800000"/>
                </a:solidFill>
              </a:rPr>
              <a:t>A</a:t>
            </a:r>
            <a:r>
              <a:rPr b="1" sz="5400" lang="en-US">
                <a:solidFill>
                  <a:srgbClr val="800000"/>
                </a:solidFill>
              </a:rPr>
              <a:t>Y</a:t>
            </a:r>
            <a:r>
              <a:rPr b="1" sz="5400" lang="en-US">
                <a:solidFill>
                  <a:srgbClr val="800000"/>
                </a:solidFill>
              </a:rPr>
              <a:t>A</a:t>
            </a:r>
            <a:r>
              <a:rPr b="1" sz="5400" lang="en-US">
                <a:solidFill>
                  <a:srgbClr val="800000"/>
                </a:solidFill>
              </a:rPr>
              <a:t> </a:t>
            </a:r>
            <a:r>
              <a:rPr b="1" sz="5400" lang="en-US">
                <a:solidFill>
                  <a:srgbClr val="800000"/>
                </a:solidFill>
              </a:rPr>
              <a:t>4</a:t>
            </a:r>
            <a:r>
              <a:rPr b="1" sz="5400" lang="en-US">
                <a:solidFill>
                  <a:srgbClr val="800000"/>
                </a:solidFill>
              </a:rPr>
              <a:t>5</a:t>
            </a:r>
            <a:r>
              <a:rPr b="1" sz="5400" lang="en-US">
                <a:solidFill>
                  <a:srgbClr val="800000"/>
                </a:solidFill>
              </a:rPr>
              <a:t>:</a:t>
            </a:r>
            <a:r>
              <a:rPr b="1" sz="5400" lang="en-US">
                <a:solidFill>
                  <a:srgbClr val="800000"/>
                </a:solidFill>
              </a:rPr>
              <a:t>2</a:t>
            </a:r>
            <a:r>
              <a:rPr b="1" sz="5400" lang="en-US">
                <a:solidFill>
                  <a:srgbClr val="800000"/>
                </a:solidFill>
              </a:rPr>
              <a:t>2</a:t>
            </a:r>
            <a:endParaRPr lang="en-US"/>
          </a:p>
        </p:txBody>
      </p:sp>
      <p:sp>
        <p:nvSpPr>
          <p:cNvPr id="1048671" name=""/>
          <p:cNvSpPr>
            <a:spLocks noGrp="1"/>
          </p:cNvSpPr>
          <p:nvPr>
            <p:ph idx="1"/>
          </p:nvPr>
        </p:nvSpPr>
        <p:spPr/>
        <p:txBody>
          <a:bodyPr>
            <a:normAutofit fontScale="96429" lnSpcReduction="20000"/>
          </a:bodyPr>
          <a:p>
            <a:r>
              <a:rPr b="1" sz="3500" lang="en-US">
                <a:solidFill>
                  <a:srgbClr val="800000"/>
                </a:solidFill>
              </a:rPr>
              <a:t>Y</a:t>
            </a:r>
            <a:r>
              <a:rPr b="1" sz="3500" lang="en-US">
                <a:solidFill>
                  <a:srgbClr val="800000"/>
                </a:solidFill>
              </a:rPr>
              <a:t>a</a:t>
            </a:r>
            <a:r>
              <a:rPr b="1" sz="3500" lang="en-US">
                <a:solidFill>
                  <a:srgbClr val="800000"/>
                </a:solidFill>
              </a:rPr>
              <a:t>n</a:t>
            </a:r>
            <a:r>
              <a:rPr b="1" sz="3500" lang="en-US">
                <a:solidFill>
                  <a:srgbClr val="800000"/>
                </a:solidFill>
              </a:rPr>
              <a:t>g</a:t>
            </a:r>
            <a:r>
              <a:rPr b="1" sz="3500" lang="en-US">
                <a:solidFill>
                  <a:srgbClr val="800000"/>
                </a:solidFill>
              </a:rPr>
              <a:t>'</a:t>
            </a:r>
            <a:r>
              <a:rPr b="1" sz="3500" lang="en-US">
                <a:solidFill>
                  <a:srgbClr val="800000"/>
                </a:solidFill>
              </a:rPr>
              <a:t>a</a:t>
            </a:r>
            <a:r>
              <a:rPr b="1" sz="3500" lang="en-US">
                <a:solidFill>
                  <a:srgbClr val="800000"/>
                </a:solidFill>
              </a:rPr>
              <a:t>n</a:t>
            </a:r>
            <a:r>
              <a:rPr b="1" sz="3500" lang="en-US">
                <a:solidFill>
                  <a:srgbClr val="800000"/>
                </a:solidFill>
              </a:rPr>
              <a:t>a</a:t>
            </a:r>
            <a:r>
              <a:rPr b="1" sz="3500" lang="en-US">
                <a:solidFill>
                  <a:srgbClr val="800000"/>
                </a:solidFill>
              </a:rPr>
              <a:t>n</a:t>
            </a:r>
            <a:r>
              <a:rPr b="1" sz="3500" lang="en-US">
                <a:solidFill>
                  <a:srgbClr val="800000"/>
                </a:solidFill>
              </a:rPr>
              <a:t>i</a:t>
            </a:r>
            <a:r>
              <a:rPr b="1" sz="3500" lang="en-US">
                <a:solidFill>
                  <a:srgbClr val="800000"/>
                </a:solidFill>
              </a:rPr>
              <a:t> </a:t>
            </a:r>
            <a:r>
              <a:rPr b="1" sz="3500" lang="en-US">
                <a:solidFill>
                  <a:srgbClr val="800000"/>
                </a:solidFill>
              </a:rPr>
              <a:t>k</a:t>
            </a:r>
            <a:r>
              <a:rPr b="1" sz="3500" lang="en-US">
                <a:solidFill>
                  <a:srgbClr val="800000"/>
                </a:solidFill>
              </a:rPr>
              <a:t>w</a:t>
            </a:r>
            <a:r>
              <a:rPr b="1" sz="3500" lang="en-US">
                <a:solidFill>
                  <a:srgbClr val="800000"/>
                </a:solidFill>
              </a:rPr>
              <a:t>a</a:t>
            </a:r>
            <a:r>
              <a:rPr b="1" sz="3500" lang="en-US">
                <a:solidFill>
                  <a:srgbClr val="800000"/>
                </a:solidFill>
              </a:rPr>
              <a:t> </a:t>
            </a:r>
            <a:r>
              <a:rPr b="1" sz="3500" lang="en-US">
                <a:solidFill>
                  <a:srgbClr val="800000"/>
                </a:solidFill>
              </a:rPr>
              <a:t>i</a:t>
            </a:r>
            <a:r>
              <a:rPr b="1" sz="3500" lang="en-US">
                <a:solidFill>
                  <a:srgbClr val="800000"/>
                </a:solidFill>
              </a:rPr>
              <a:t>n</a:t>
            </a:r>
            <a:r>
              <a:rPr b="1" sz="3500" lang="en-US">
                <a:solidFill>
                  <a:srgbClr val="800000"/>
                </a:solidFill>
              </a:rPr>
              <a:t>e</a:t>
            </a:r>
            <a:r>
              <a:rPr b="1" sz="3500" lang="en-US">
                <a:solidFill>
                  <a:srgbClr val="800000"/>
                </a:solidFill>
              </a:rPr>
              <a:t> </a:t>
            </a:r>
            <a:r>
              <a:rPr b="1" sz="3500" lang="en-US">
                <a:solidFill>
                  <a:srgbClr val="800000"/>
                </a:solidFill>
              </a:rPr>
              <a:t>k</a:t>
            </a:r>
            <a:r>
              <a:rPr b="1" sz="3500" lang="en-US">
                <a:solidFill>
                  <a:srgbClr val="800000"/>
                </a:solidFill>
              </a:rPr>
              <a:t>u</a:t>
            </a:r>
            <a:r>
              <a:rPr b="1" sz="3500" lang="en-US">
                <a:solidFill>
                  <a:srgbClr val="800000"/>
                </a:solidFill>
              </a:rPr>
              <a:t>t</a:t>
            </a:r>
            <a:r>
              <a:rPr b="1" sz="3500" lang="en-US">
                <a:solidFill>
                  <a:srgbClr val="800000"/>
                </a:solidFill>
              </a:rPr>
              <a:t>i</a:t>
            </a:r>
            <a:r>
              <a:rPr b="1" sz="3500" lang="en-US">
                <a:solidFill>
                  <a:srgbClr val="800000"/>
                </a:solidFill>
              </a:rPr>
              <a:t> </a:t>
            </a:r>
            <a:r>
              <a:rPr b="1" sz="3500" lang="en-US">
                <a:solidFill>
                  <a:srgbClr val="800000"/>
                </a:solidFill>
              </a:rPr>
              <a:t>m</a:t>
            </a:r>
            <a:r>
              <a:rPr b="1" sz="3500" lang="en-US">
                <a:solidFill>
                  <a:srgbClr val="800000"/>
                </a:solidFill>
              </a:rPr>
              <a:t>u</a:t>
            </a:r>
            <a:r>
              <a:rPr b="1" sz="3500" lang="en-US">
                <a:solidFill>
                  <a:srgbClr val="800000"/>
                </a:solidFill>
              </a:rPr>
              <a:t>p</a:t>
            </a:r>
            <a:r>
              <a:rPr b="1" sz="3500" lang="en-US">
                <a:solidFill>
                  <a:srgbClr val="800000"/>
                </a:solidFill>
              </a:rPr>
              <a:t>u</a:t>
            </a:r>
            <a:r>
              <a:rPr b="1" sz="3500" lang="en-US">
                <a:solidFill>
                  <a:srgbClr val="800000"/>
                </a:solidFill>
              </a:rPr>
              <a:t>l</a:t>
            </a:r>
            <a:r>
              <a:rPr b="1" sz="3500" lang="en-US">
                <a:solidFill>
                  <a:srgbClr val="800000"/>
                </a:solidFill>
              </a:rPr>
              <a:t>u</a:t>
            </a:r>
            <a:r>
              <a:rPr b="1" sz="3500" lang="en-US">
                <a:solidFill>
                  <a:srgbClr val="800000"/>
                </a:solidFill>
              </a:rPr>
              <a:t>m</a:t>
            </a:r>
            <a:r>
              <a:rPr b="1" sz="3500" lang="en-US">
                <a:solidFill>
                  <a:srgbClr val="800000"/>
                </a:solidFill>
              </a:rPr>
              <a:t>u</a:t>
            </a:r>
            <a:r>
              <a:rPr b="1" sz="3500" lang="en-US">
                <a:solidFill>
                  <a:srgbClr val="800000"/>
                </a:solidFill>
              </a:rPr>
              <a:t>t</a:t>
            </a:r>
            <a:r>
              <a:rPr b="1" sz="3500" lang="en-US">
                <a:solidFill>
                  <a:srgbClr val="800000"/>
                </a:solidFill>
              </a:rPr>
              <a:t>s</a:t>
            </a:r>
            <a:r>
              <a:rPr b="1" sz="3500" lang="en-US">
                <a:solidFill>
                  <a:srgbClr val="800000"/>
                </a:solidFill>
              </a:rPr>
              <a:t>i</a:t>
            </a:r>
            <a:r>
              <a:rPr b="1" sz="3500" lang="en-US">
                <a:solidFill>
                  <a:srgbClr val="800000"/>
                </a:solidFill>
              </a:rPr>
              <a:t>d</a:t>
            </a:r>
            <a:r>
              <a:rPr b="1" sz="3500" lang="en-US">
                <a:solidFill>
                  <a:srgbClr val="800000"/>
                </a:solidFill>
              </a:rPr>
              <a:t>w</a:t>
            </a:r>
            <a:r>
              <a:rPr b="1" sz="3500" lang="en-US">
                <a:solidFill>
                  <a:srgbClr val="800000"/>
                </a:solidFill>
              </a:rPr>
              <a:t>e</a:t>
            </a:r>
            <a:r>
              <a:rPr b="1" sz="3500" lang="en-US">
                <a:solidFill>
                  <a:srgbClr val="800000"/>
                </a:solidFill>
              </a:rPr>
              <a:t> </a:t>
            </a:r>
            <a:r>
              <a:rPr b="1" sz="3500" lang="en-US">
                <a:solidFill>
                  <a:srgbClr val="800000"/>
                </a:solidFill>
              </a:rPr>
              <a:t>i</a:t>
            </a:r>
            <a:r>
              <a:rPr b="1" sz="3500" lang="en-US">
                <a:solidFill>
                  <a:srgbClr val="800000"/>
                </a:solidFill>
              </a:rPr>
              <a:t>n</a:t>
            </a:r>
            <a:r>
              <a:rPr b="1" sz="3500" lang="en-US">
                <a:solidFill>
                  <a:srgbClr val="800000"/>
                </a:solidFill>
              </a:rPr>
              <a:t>u</a:t>
            </a:r>
            <a:r>
              <a:rPr b="1" sz="3500" lang="en-US">
                <a:solidFill>
                  <a:srgbClr val="800000"/>
                </a:solidFill>
              </a:rPr>
              <a:t> </a:t>
            </a:r>
            <a:r>
              <a:rPr b="1" sz="3500" lang="en-US">
                <a:solidFill>
                  <a:srgbClr val="800000"/>
                </a:solidFill>
              </a:rPr>
              <a:t>m</a:t>
            </a:r>
            <a:r>
              <a:rPr b="1" sz="3500" lang="en-US">
                <a:solidFill>
                  <a:srgbClr val="800000"/>
                </a:solidFill>
              </a:rPr>
              <a:t>a</a:t>
            </a:r>
            <a:r>
              <a:rPr b="1" sz="3500" lang="en-US">
                <a:solidFill>
                  <a:srgbClr val="800000"/>
                </a:solidFill>
              </a:rPr>
              <a:t>l</a:t>
            </a:r>
            <a:r>
              <a:rPr b="1" sz="3500" lang="en-US">
                <a:solidFill>
                  <a:srgbClr val="800000"/>
                </a:solidFill>
              </a:rPr>
              <a:t>e</a:t>
            </a:r>
            <a:r>
              <a:rPr b="1" sz="3500" lang="en-US">
                <a:solidFill>
                  <a:srgbClr val="800000"/>
                </a:solidFill>
              </a:rPr>
              <a:t>k</a:t>
            </a:r>
            <a:r>
              <a:rPr b="1" sz="3500" lang="en-US">
                <a:solidFill>
                  <a:srgbClr val="800000"/>
                </a:solidFill>
              </a:rPr>
              <a:t>e</a:t>
            </a:r>
            <a:r>
              <a:rPr b="1" sz="3500" lang="en-US">
                <a:solidFill>
                  <a:srgbClr val="800000"/>
                </a:solidFill>
              </a:rPr>
              <a:t>z</a:t>
            </a:r>
            <a:r>
              <a:rPr b="1" sz="3500" lang="en-US">
                <a:solidFill>
                  <a:srgbClr val="800000"/>
                </a:solidFill>
              </a:rPr>
              <a:t>e</a:t>
            </a:r>
            <a:r>
              <a:rPr b="1" sz="3500" lang="en-US">
                <a:solidFill>
                  <a:srgbClr val="800000"/>
                </a:solidFill>
              </a:rPr>
              <a:t>r</a:t>
            </a:r>
            <a:r>
              <a:rPr b="1" sz="3500" lang="en-US">
                <a:solidFill>
                  <a:srgbClr val="800000"/>
                </a:solidFill>
              </a:rPr>
              <a:t>o</a:t>
            </a:r>
            <a:r>
              <a:rPr b="1" sz="3500" lang="en-US">
                <a:solidFill>
                  <a:srgbClr val="800000"/>
                </a:solidFill>
              </a:rPr>
              <a:t> </a:t>
            </a:r>
            <a:r>
              <a:rPr b="1" sz="3500" lang="en-US">
                <a:solidFill>
                  <a:srgbClr val="800000"/>
                </a:solidFill>
              </a:rPr>
              <a:t>o</a:t>
            </a:r>
            <a:r>
              <a:rPr b="1" sz="3500" lang="en-US">
                <a:solidFill>
                  <a:srgbClr val="800000"/>
                </a:solidFill>
              </a:rPr>
              <a:t>n</a:t>
            </a:r>
            <a:r>
              <a:rPr b="1" sz="3500" lang="en-US">
                <a:solidFill>
                  <a:srgbClr val="800000"/>
                </a:solidFill>
              </a:rPr>
              <a:t>s</a:t>
            </a:r>
            <a:r>
              <a:rPr b="1" sz="3500" lang="en-US">
                <a:solidFill>
                  <a:srgbClr val="800000"/>
                </a:solidFill>
              </a:rPr>
              <a:t>e</a:t>
            </a:r>
            <a:r>
              <a:rPr b="1" sz="3500" lang="en-US">
                <a:solidFill>
                  <a:srgbClr val="800000"/>
                </a:solidFill>
              </a:rPr>
              <a:t> </a:t>
            </a:r>
            <a:r>
              <a:rPr b="1" sz="3500" lang="en-US">
                <a:solidFill>
                  <a:srgbClr val="800000"/>
                </a:solidFill>
              </a:rPr>
              <a:t>a</a:t>
            </a:r>
            <a:r>
              <a:rPr b="1" sz="3500" lang="en-US">
                <a:solidFill>
                  <a:srgbClr val="800000"/>
                </a:solidFill>
              </a:rPr>
              <a:t>d</a:t>
            </a:r>
            <a:r>
              <a:rPr b="1" sz="3500" lang="en-US">
                <a:solidFill>
                  <a:srgbClr val="800000"/>
                </a:solidFill>
              </a:rPr>
              <a:t>z</a:t>
            </a:r>
            <a:r>
              <a:rPr b="1" sz="3500" lang="en-US">
                <a:solidFill>
                  <a:srgbClr val="800000"/>
                </a:solidFill>
              </a:rPr>
              <a:t>i</a:t>
            </a:r>
            <a:r>
              <a:rPr b="1" sz="3500" lang="en-US">
                <a:solidFill>
                  <a:srgbClr val="800000"/>
                </a:solidFill>
              </a:rPr>
              <a:t>k</a:t>
            </a:r>
            <a:r>
              <a:rPr b="1" sz="3500" lang="en-US">
                <a:solidFill>
                  <a:srgbClr val="800000"/>
                </a:solidFill>
              </a:rPr>
              <a:t>o</a:t>
            </a:r>
            <a:r>
              <a:rPr b="1" sz="3500" lang="en-US">
                <a:solidFill>
                  <a:srgbClr val="800000"/>
                </a:solidFill>
              </a:rPr>
              <a:t>;</a:t>
            </a:r>
            <a:r>
              <a:rPr b="1" sz="3500" lang="en-US">
                <a:solidFill>
                  <a:srgbClr val="800000"/>
                </a:solidFill>
              </a:rPr>
              <a:t> </a:t>
            </a:r>
            <a:r>
              <a:rPr b="1" sz="3500" lang="en-US">
                <a:solidFill>
                  <a:srgbClr val="800000"/>
                </a:solidFill>
              </a:rPr>
              <a:t>p</a:t>
            </a:r>
            <a:r>
              <a:rPr b="1" sz="3500" lang="en-US">
                <a:solidFill>
                  <a:srgbClr val="800000"/>
                </a:solidFill>
              </a:rPr>
              <a:t>a</a:t>
            </a:r>
            <a:r>
              <a:rPr b="1" sz="3500" lang="en-US">
                <a:solidFill>
                  <a:srgbClr val="800000"/>
                </a:solidFill>
              </a:rPr>
              <a:t>k</a:t>
            </a:r>
            <a:r>
              <a:rPr b="1" sz="3500" lang="en-US">
                <a:solidFill>
                  <a:srgbClr val="800000"/>
                </a:solidFill>
              </a:rPr>
              <a:t>u</a:t>
            </a:r>
            <a:r>
              <a:rPr b="1" sz="3500" lang="en-US">
                <a:solidFill>
                  <a:srgbClr val="800000"/>
                </a:solidFill>
              </a:rPr>
              <a:t>t</a:t>
            </a:r>
            <a:r>
              <a:rPr b="1" sz="3500" lang="en-US">
                <a:solidFill>
                  <a:srgbClr val="800000"/>
                </a:solidFill>
              </a:rPr>
              <a:t>i</a:t>
            </a:r>
            <a:r>
              <a:rPr b="1" sz="3500" lang="en-US">
                <a:solidFill>
                  <a:srgbClr val="800000"/>
                </a:solidFill>
              </a:rPr>
              <a:t> </a:t>
            </a:r>
            <a:r>
              <a:rPr b="1" sz="3500" lang="en-US">
                <a:solidFill>
                  <a:srgbClr val="800000"/>
                </a:solidFill>
              </a:rPr>
              <a:t>i</a:t>
            </a:r>
            <a:r>
              <a:rPr b="1" sz="3500" lang="en-US">
                <a:solidFill>
                  <a:srgbClr val="800000"/>
                </a:solidFill>
              </a:rPr>
              <a:t>n</a:t>
            </a:r>
            <a:r>
              <a:rPr b="1" sz="3500" lang="en-US">
                <a:solidFill>
                  <a:srgbClr val="800000"/>
                </a:solidFill>
              </a:rPr>
              <a:t>e</a:t>
            </a:r>
            <a:r>
              <a:rPr b="1" sz="3500" lang="en-US">
                <a:solidFill>
                  <a:srgbClr val="800000"/>
                </a:solidFill>
              </a:rPr>
              <a:t> </a:t>
            </a:r>
            <a:r>
              <a:rPr b="1" sz="3500" lang="en-US">
                <a:solidFill>
                  <a:srgbClr val="800000"/>
                </a:solidFill>
              </a:rPr>
              <a:t>n</a:t>
            </a:r>
            <a:r>
              <a:rPr b="1" sz="3500" lang="en-US">
                <a:solidFill>
                  <a:srgbClr val="800000"/>
                </a:solidFill>
              </a:rPr>
              <a:t>d</a:t>
            </a:r>
            <a:r>
              <a:rPr b="1" sz="3500" lang="en-US">
                <a:solidFill>
                  <a:srgbClr val="800000"/>
                </a:solidFill>
              </a:rPr>
              <a:t>i</a:t>
            </a:r>
            <a:r>
              <a:rPr b="1" sz="3500" lang="en-US">
                <a:solidFill>
                  <a:srgbClr val="800000"/>
                </a:solidFill>
              </a:rPr>
              <a:t>n</a:t>
            </a:r>
            <a:r>
              <a:rPr b="1" sz="3500" lang="en-US">
                <a:solidFill>
                  <a:srgbClr val="800000"/>
                </a:solidFill>
              </a:rPr>
              <a:t>e</a:t>
            </a:r>
            <a:r>
              <a:rPr b="1" sz="3500" lang="en-US">
                <a:solidFill>
                  <a:srgbClr val="800000"/>
                </a:solidFill>
              </a:rPr>
              <a:t> </a:t>
            </a:r>
            <a:r>
              <a:rPr b="1" sz="3500" lang="en-US">
                <a:solidFill>
                  <a:srgbClr val="800000"/>
                </a:solidFill>
              </a:rPr>
              <a:t>M</a:t>
            </a:r>
            <a:r>
              <a:rPr b="1" sz="3500" lang="en-US">
                <a:solidFill>
                  <a:srgbClr val="800000"/>
                </a:solidFill>
              </a:rPr>
              <a:t>U</a:t>
            </a:r>
            <a:r>
              <a:rPr b="1" sz="3500" lang="en-US">
                <a:solidFill>
                  <a:srgbClr val="800000"/>
                </a:solidFill>
              </a:rPr>
              <a:t>L</a:t>
            </a:r>
            <a:r>
              <a:rPr b="1" sz="3500" lang="en-US">
                <a:solidFill>
                  <a:srgbClr val="800000"/>
                </a:solidFill>
              </a:rPr>
              <a:t>U</a:t>
            </a:r>
            <a:r>
              <a:rPr b="1" sz="3500" lang="en-US">
                <a:solidFill>
                  <a:srgbClr val="800000"/>
                </a:solidFill>
              </a:rPr>
              <a:t>N</a:t>
            </a:r>
            <a:r>
              <a:rPr b="1" sz="3500" lang="en-US">
                <a:solidFill>
                  <a:srgbClr val="800000"/>
                </a:solidFill>
              </a:rPr>
              <a:t>G</a:t>
            </a:r>
            <a:r>
              <a:rPr b="1" sz="3500" lang="en-US">
                <a:solidFill>
                  <a:srgbClr val="800000"/>
                </a:solidFill>
              </a:rPr>
              <a:t>U</a:t>
            </a:r>
            <a:r>
              <a:rPr b="1" sz="3500" lang="en-US">
                <a:solidFill>
                  <a:srgbClr val="800000"/>
                </a:solidFill>
              </a:rPr>
              <a:t>,</a:t>
            </a:r>
            <a:r>
              <a:rPr b="1" sz="3500" lang="en-US">
                <a:solidFill>
                  <a:srgbClr val="800000"/>
                </a:solidFill>
              </a:rPr>
              <a:t> </a:t>
            </a:r>
            <a:r>
              <a:rPr b="1" sz="3500" lang="en-US">
                <a:solidFill>
                  <a:srgbClr val="800000"/>
                </a:solidFill>
              </a:rPr>
              <a:t>p</a:t>
            </a:r>
            <a:r>
              <a:rPr b="1" sz="3500" lang="en-US">
                <a:solidFill>
                  <a:srgbClr val="800000"/>
                </a:solidFill>
              </a:rPr>
              <a:t>a</a:t>
            </a:r>
            <a:r>
              <a:rPr b="1" sz="3500" lang="en-US">
                <a:solidFill>
                  <a:srgbClr val="800000"/>
                </a:solidFill>
              </a:rPr>
              <a:t>l</a:t>
            </a:r>
            <a:r>
              <a:rPr b="1" sz="3500" lang="en-US">
                <a:solidFill>
                  <a:srgbClr val="800000"/>
                </a:solidFill>
              </a:rPr>
              <a:t>i</a:t>
            </a:r>
            <a:r>
              <a:rPr b="1" sz="3500" lang="en-US">
                <a:solidFill>
                  <a:srgbClr val="800000"/>
                </a:solidFill>
              </a:rPr>
              <a:t>b</a:t>
            </a:r>
            <a:r>
              <a:rPr b="1" sz="3500" lang="en-US">
                <a:solidFill>
                  <a:srgbClr val="800000"/>
                </a:solidFill>
              </a:rPr>
              <a:t>e</a:t>
            </a:r>
            <a:r>
              <a:rPr b="1" sz="3500" lang="en-US">
                <a:solidFill>
                  <a:srgbClr val="800000"/>
                </a:solidFill>
              </a:rPr>
              <a:t> </a:t>
            </a:r>
            <a:r>
              <a:rPr b="1" sz="3500" lang="en-US">
                <a:solidFill>
                  <a:srgbClr val="800000"/>
                </a:solidFill>
              </a:rPr>
              <a:t>w</a:t>
            </a:r>
            <a:r>
              <a:rPr b="1" sz="3500" lang="en-US">
                <a:solidFill>
                  <a:srgbClr val="800000"/>
                </a:solidFill>
              </a:rPr>
              <a:t>i</a:t>
            </a:r>
            <a:r>
              <a:rPr b="1" sz="3500" lang="en-US">
                <a:solidFill>
                  <a:srgbClr val="800000"/>
                </a:solidFill>
              </a:rPr>
              <a:t>n</a:t>
            </a:r>
            <a:r>
              <a:rPr b="1" sz="3500" lang="en-US">
                <a:solidFill>
                  <a:srgbClr val="800000"/>
                </a:solidFill>
              </a:rPr>
              <a:t>a</a:t>
            </a:r>
            <a:r>
              <a:rPr b="1" sz="3500" lang="en-US">
                <a:solidFill>
                  <a:srgbClr val="800000"/>
                </a:solidFill>
              </a:rPr>
              <a:t>.</a:t>
            </a:r>
            <a:endParaRPr lang="en-US"/>
          </a:p>
          <a:p>
            <a:r>
              <a:rPr b="1" sz="3500" lang="en-US">
                <a:solidFill>
                  <a:srgbClr val="000000"/>
                </a:solidFill>
              </a:rPr>
              <a:t>M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l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n</a:t>
            </a:r>
            <a:r>
              <a:rPr b="1" sz="3500" lang="en-US">
                <a:solidFill>
                  <a:srgbClr val="000000"/>
                </a:solidFill>
              </a:rPr>
              <a:t>g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n</a:t>
            </a:r>
            <a:r>
              <a:rPr b="1" sz="3500" lang="en-US">
                <a:solidFill>
                  <a:srgbClr val="000000"/>
                </a:solidFill>
              </a:rPr>
              <a:t>d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r>
              <a:rPr b="1" sz="3500" lang="en-US">
                <a:solidFill>
                  <a:srgbClr val="000000"/>
                </a:solidFill>
              </a:rPr>
              <a:t>y</a:t>
            </a:r>
            <a:r>
              <a:rPr b="1" sz="3500" lang="en-US">
                <a:solidFill>
                  <a:srgbClr val="000000"/>
                </a:solidFill>
              </a:rPr>
              <a:t>e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w</a:t>
            </a:r>
            <a:r>
              <a:rPr b="1" sz="3500" lang="en-US">
                <a:solidFill>
                  <a:srgbClr val="000000"/>
                </a:solidFill>
              </a:rPr>
              <a:t>o</a:t>
            </a:r>
            <a:r>
              <a:rPr b="1" sz="3500" lang="en-US">
                <a:solidFill>
                  <a:srgbClr val="000000"/>
                </a:solidFill>
              </a:rPr>
              <a:t>p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l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m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t</a:t>
            </a:r>
            <a:r>
              <a:rPr b="1" sz="3500" lang="en-US">
                <a:solidFill>
                  <a:srgbClr val="000000"/>
                </a:solidFill>
              </a:rPr>
              <a:t>s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n</a:t>
            </a:r>
            <a:r>
              <a:rPr b="1" sz="3500" lang="en-US">
                <a:solidFill>
                  <a:srgbClr val="000000"/>
                </a:solidFill>
              </a:rPr>
              <a:t>d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w</a:t>
            </a:r>
            <a:r>
              <a:rPr b="1" sz="3500" lang="en-US">
                <a:solidFill>
                  <a:srgbClr val="000000"/>
                </a:solidFill>
              </a:rPr>
              <a:t>o</a:t>
            </a:r>
            <a:r>
              <a:rPr b="1" sz="3500" lang="en-US">
                <a:solidFill>
                  <a:srgbClr val="000000"/>
                </a:solidFill>
              </a:rPr>
              <a:t>c</a:t>
            </a:r>
            <a:r>
              <a:rPr b="1" sz="3500" lang="en-US">
                <a:solidFill>
                  <a:srgbClr val="000000"/>
                </a:solidFill>
              </a:rPr>
              <a:t>h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r>
              <a:rPr b="1" sz="3500" lang="en-US">
                <a:solidFill>
                  <a:srgbClr val="000000"/>
                </a:solidFill>
              </a:rPr>
              <a:t>z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n</a:t>
            </a:r>
            <a:r>
              <a:rPr b="1" sz="3500" lang="en-US">
                <a:solidFill>
                  <a:srgbClr val="000000"/>
                </a:solidFill>
              </a:rPr>
              <a:t>t</a:t>
            </a:r>
            <a:r>
              <a:rPr b="1" sz="3500" lang="en-US">
                <a:solidFill>
                  <a:srgbClr val="000000"/>
                </a:solidFill>
              </a:rPr>
              <a:t>h</a:t>
            </a:r>
            <a:r>
              <a:rPr b="1" sz="3500" lang="en-US">
                <a:solidFill>
                  <a:srgbClr val="000000"/>
                </a:solidFill>
              </a:rPr>
              <a:t>e</a:t>
            </a:r>
            <a:r>
              <a:rPr b="1" sz="3500" lang="en-US">
                <a:solidFill>
                  <a:srgbClr val="000000"/>
                </a:solidFill>
              </a:rPr>
              <a:t>n</a:t>
            </a:r>
            <a:r>
              <a:rPr b="1" sz="3500" lang="en-US">
                <a:solidFill>
                  <a:srgbClr val="000000"/>
                </a:solidFill>
              </a:rPr>
              <a:t>d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z</a:t>
            </a:r>
            <a:r>
              <a:rPr b="1" sz="3500" lang="en-US">
                <a:solidFill>
                  <a:srgbClr val="000000"/>
                </a:solidFill>
              </a:rPr>
              <a:t>o</a:t>
            </a:r>
            <a:r>
              <a:rPr b="1" sz="3500" lang="en-US">
                <a:solidFill>
                  <a:srgbClr val="000000"/>
                </a:solidFill>
              </a:rPr>
              <a:t>n</a:t>
            </a:r>
            <a:r>
              <a:rPr b="1" sz="3500" lang="en-US">
                <a:solidFill>
                  <a:srgbClr val="000000"/>
                </a:solidFill>
              </a:rPr>
              <a:t>s</a:t>
            </a:r>
            <a:r>
              <a:rPr b="1" sz="3500" lang="en-US">
                <a:solidFill>
                  <a:srgbClr val="000000"/>
                </a:solidFill>
              </a:rPr>
              <a:t>e</a:t>
            </a:r>
            <a:r>
              <a:rPr b="1" sz="3500" lang="en-US">
                <a:solidFill>
                  <a:srgbClr val="000000"/>
                </a:solidFill>
              </a:rPr>
              <a:t>(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m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s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l</a:t>
            </a:r>
            <a:r>
              <a:rPr b="1" sz="3500" lang="en-US">
                <a:solidFill>
                  <a:srgbClr val="000000"/>
                </a:solidFill>
              </a:rPr>
              <a:t>m</a:t>
            </a:r>
            <a:r>
              <a:rPr b="1" sz="3500" lang="en-US">
                <a:solidFill>
                  <a:srgbClr val="000000"/>
                </a:solidFill>
              </a:rPr>
              <a:t>o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1</a:t>
            </a:r>
            <a:r>
              <a:rPr b="1" sz="3500" lang="en-US">
                <a:solidFill>
                  <a:srgbClr val="000000"/>
                </a:solidFill>
              </a:rPr>
              <a:t>0</a:t>
            </a:r>
            <a:r>
              <a:rPr b="1" sz="3500" lang="en-US">
                <a:solidFill>
                  <a:srgbClr val="000000"/>
                </a:solidFill>
              </a:rPr>
              <a:t>3</a:t>
            </a:r>
            <a:r>
              <a:rPr b="1" sz="3500" lang="en-US">
                <a:solidFill>
                  <a:srgbClr val="000000"/>
                </a:solidFill>
              </a:rPr>
              <a:t>:</a:t>
            </a:r>
            <a:r>
              <a:rPr b="1" sz="3500" lang="en-US">
                <a:solidFill>
                  <a:srgbClr val="000000"/>
                </a:solidFill>
              </a:rPr>
              <a:t>3</a:t>
            </a:r>
            <a:r>
              <a:rPr b="1" sz="3500" lang="en-US">
                <a:solidFill>
                  <a:srgbClr val="000000"/>
                </a:solidFill>
              </a:rPr>
              <a:t>)</a:t>
            </a:r>
            <a:endParaRPr lang="en-US"/>
          </a:p>
          <a:p>
            <a:r>
              <a:rPr b="1" sz="3500" lang="en-US">
                <a:solidFill>
                  <a:srgbClr val="000000"/>
                </a:solidFill>
              </a:rPr>
              <a:t>Y</a:t>
            </a:r>
            <a:r>
              <a:rPr b="1" sz="3500" lang="en-US">
                <a:solidFill>
                  <a:srgbClr val="000000"/>
                </a:solidFill>
              </a:rPr>
              <a:t>e</a:t>
            </a:r>
            <a:r>
              <a:rPr b="1" sz="3500" lang="en-US">
                <a:solidFill>
                  <a:srgbClr val="000000"/>
                </a:solidFill>
              </a:rPr>
              <a:t>h</a:t>
            </a:r>
            <a:r>
              <a:rPr b="1" sz="3500" lang="en-US">
                <a:solidFill>
                  <a:srgbClr val="000000"/>
                </a:solidFill>
              </a:rPr>
              <a:t>o</a:t>
            </a:r>
            <a:r>
              <a:rPr b="1" sz="3500" lang="en-US">
                <a:solidFill>
                  <a:srgbClr val="000000"/>
                </a:solidFill>
              </a:rPr>
              <a:t>v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n</a:t>
            </a:r>
            <a:r>
              <a:rPr b="1" sz="3500" lang="en-US">
                <a:solidFill>
                  <a:srgbClr val="000000"/>
                </a:solidFill>
              </a:rPr>
              <a:t>d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r>
              <a:rPr b="1" sz="3500" lang="en-US">
                <a:solidFill>
                  <a:srgbClr val="000000"/>
                </a:solidFill>
              </a:rPr>
              <a:t>y</a:t>
            </a:r>
            <a:r>
              <a:rPr b="1" sz="3500" lang="en-US">
                <a:solidFill>
                  <a:srgbClr val="000000"/>
                </a:solidFill>
              </a:rPr>
              <a:t>e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s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r>
              <a:rPr b="1" sz="3500" lang="en-US">
                <a:solidFill>
                  <a:srgbClr val="000000"/>
                </a:solidFill>
              </a:rPr>
              <a:t>n</a:t>
            </a:r>
            <a:r>
              <a:rPr b="1" sz="3500" lang="en-US">
                <a:solidFill>
                  <a:srgbClr val="000000"/>
                </a:solidFill>
              </a:rPr>
              <a:t>g</a:t>
            </a:r>
            <a:r>
              <a:rPr b="1" sz="3500" lang="en-US">
                <a:solidFill>
                  <a:srgbClr val="000000"/>
                </a:solidFill>
              </a:rPr>
              <a:t>'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n</a:t>
            </a:r>
            <a:r>
              <a:rPr b="1" sz="3500" lang="en-US">
                <a:solidFill>
                  <a:srgbClr val="000000"/>
                </a:solidFill>
              </a:rPr>
              <a:t>g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w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m</a:t>
            </a:r>
            <a:r>
              <a:rPr b="1" sz="3500" lang="en-US">
                <a:solidFill>
                  <a:srgbClr val="000000"/>
                </a:solidFill>
              </a:rPr>
              <a:t>k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l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(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E</a:t>
            </a:r>
            <a:r>
              <a:rPr b="1" sz="3500" lang="en-US">
                <a:solidFill>
                  <a:srgbClr val="000000"/>
                </a:solidFill>
              </a:rPr>
              <a:t>x</a:t>
            </a:r>
            <a:r>
              <a:rPr b="1" sz="3500" lang="en-US">
                <a:solidFill>
                  <a:srgbClr val="000000"/>
                </a:solidFill>
              </a:rPr>
              <a:t>o</a:t>
            </a:r>
            <a:r>
              <a:rPr b="1" sz="3500" lang="en-US">
                <a:solidFill>
                  <a:srgbClr val="000000"/>
                </a:solidFill>
              </a:rPr>
              <a:t>d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s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1</a:t>
            </a:r>
            <a:r>
              <a:rPr b="1" sz="3500" lang="en-US">
                <a:solidFill>
                  <a:srgbClr val="000000"/>
                </a:solidFill>
              </a:rPr>
              <a:t>5</a:t>
            </a:r>
            <a:r>
              <a:rPr b="1" sz="3500" lang="en-US">
                <a:solidFill>
                  <a:srgbClr val="000000"/>
                </a:solidFill>
              </a:rPr>
              <a:t>:</a:t>
            </a:r>
            <a:r>
              <a:rPr b="1" sz="3500" lang="en-US">
                <a:solidFill>
                  <a:srgbClr val="000000"/>
                </a:solidFill>
              </a:rPr>
              <a:t>2</a:t>
            </a:r>
            <a:r>
              <a:rPr b="1" sz="3500" lang="en-US">
                <a:solidFill>
                  <a:srgbClr val="000000"/>
                </a:solidFill>
              </a:rPr>
              <a:t>6</a:t>
            </a:r>
            <a:r>
              <a:rPr b="1" sz="3500" lang="en-US">
                <a:solidFill>
                  <a:srgbClr val="000000"/>
                </a:solidFill>
              </a:rPr>
              <a:t>)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"/>
          <p:cNvSpPr>
            <a:spLocks noGrp="1"/>
          </p:cNvSpPr>
          <p:nvPr>
            <p:ph type="title"/>
          </p:nvPr>
        </p:nvSpPr>
        <p:spPr>
          <a:solidFill>
            <a:srgbClr val="00B0F0"/>
          </a:solidFill>
        </p:spPr>
        <p:txBody>
          <a:bodyPr/>
          <a:p>
            <a:r>
              <a:rPr b="1" sz="5200" lang="en-US"/>
              <a:t>K</a:t>
            </a:r>
            <a:r>
              <a:rPr b="1" sz="5200" lang="en-US"/>
              <a:t>U</a:t>
            </a:r>
            <a:r>
              <a:rPr b="1" sz="5200" lang="en-US"/>
              <a:t>M</a:t>
            </a:r>
            <a:r>
              <a:rPr b="1" sz="5200" lang="en-US"/>
              <a:t>B</a:t>
            </a:r>
            <a:r>
              <a:rPr b="1" sz="5200" lang="en-US"/>
              <a:t>U</a:t>
            </a:r>
            <a:r>
              <a:rPr b="1" sz="5200" lang="en-US"/>
              <a:t>K</a:t>
            </a:r>
            <a:r>
              <a:rPr b="1" sz="5200" lang="en-US"/>
              <a:t>I</a:t>
            </a:r>
            <a:r>
              <a:rPr b="1" sz="5200" lang="en-US"/>
              <a:t>R</a:t>
            </a:r>
            <a:r>
              <a:rPr b="1" sz="5200" lang="en-US"/>
              <a:t>A</a:t>
            </a:r>
            <a:r>
              <a:rPr b="1" sz="5200" lang="en-US"/>
              <a:t>N</a:t>
            </a:r>
            <a:r>
              <a:rPr b="1" sz="5200" lang="en-US"/>
              <a:t>I</a:t>
            </a:r>
            <a:r>
              <a:rPr b="1" sz="5200" lang="en-US"/>
              <a:t> </a:t>
            </a:r>
            <a:r>
              <a:rPr b="1" sz="5200" lang="en-US"/>
              <a:t>I</a:t>
            </a:r>
            <a:r>
              <a:rPr b="1" sz="5200" lang="en-US"/>
              <a:t>Z</a:t>
            </a:r>
            <a:r>
              <a:rPr b="1" sz="5200" lang="en-US"/>
              <a:t>I</a:t>
            </a:r>
            <a:r>
              <a:rPr b="1" sz="5200" lang="en-US"/>
              <a:t> </a:t>
            </a:r>
            <a:r>
              <a:rPr b="1" sz="5200" lang="en-US"/>
              <a:t>!</a:t>
            </a:r>
            <a:r>
              <a:rPr b="1" sz="5200" lang="en-US"/>
              <a:t>!</a:t>
            </a:r>
            <a:r>
              <a:rPr b="1" sz="5200" lang="en-US"/>
              <a:t>!</a:t>
            </a:r>
            <a:r>
              <a:rPr b="1" sz="5200" lang="en-US"/>
              <a:t>!</a:t>
            </a:r>
            <a:endParaRPr lang="en-US"/>
          </a:p>
        </p:txBody>
      </p:sp>
      <p:sp>
        <p:nvSpPr>
          <p:cNvPr id="1048673" name=""/>
          <p:cNvSpPr>
            <a:spLocks noGrp="1"/>
          </p:cNvSpPr>
          <p:nvPr>
            <p:ph idx="1"/>
          </p:nvPr>
        </p:nvSpPr>
        <p:spPr/>
        <p:txBody>
          <a:bodyPr>
            <a:normAutofit fontScale="92857" lnSpcReduction="20000"/>
          </a:bodyPr>
          <a:p>
            <a:r>
              <a:rPr b="1" sz="3400" lang="en-US">
                <a:solidFill>
                  <a:srgbClr val="65FF65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S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t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r>
              <a:rPr b="1" sz="3500" lang="en-US">
                <a:solidFill>
                  <a:srgbClr val="000000"/>
                </a:solidFill>
              </a:rPr>
              <a:t>r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n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n</a:t>
            </a:r>
            <a:r>
              <a:rPr b="1" sz="3500" lang="en-US">
                <a:solidFill>
                  <a:srgbClr val="000000"/>
                </a:solidFill>
              </a:rPr>
              <a:t>d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k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s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n</a:t>
            </a:r>
            <a:r>
              <a:rPr b="1" sz="3500" lang="en-US">
                <a:solidFill>
                  <a:srgbClr val="000000"/>
                </a:solidFill>
              </a:rPr>
              <a:t>g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m</a:t>
            </a:r>
            <a:r>
              <a:rPr b="1" sz="3500" lang="en-US">
                <a:solidFill>
                  <a:srgbClr val="000000"/>
                </a:solidFill>
              </a:rPr>
              <a:t>alamulo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o</a:t>
            </a:r>
            <a:r>
              <a:rPr b="1" sz="3500" lang="en-US">
                <a:solidFill>
                  <a:srgbClr val="000000"/>
                </a:solidFill>
              </a:rPr>
              <a:t>n</a:t>
            </a:r>
            <a:r>
              <a:rPr b="1" sz="3500" lang="en-US">
                <a:solidFill>
                  <a:srgbClr val="000000"/>
                </a:solidFill>
              </a:rPr>
              <a:t>s</a:t>
            </a:r>
            <a:r>
              <a:rPr b="1" sz="3500" lang="en-US">
                <a:solidFill>
                  <a:srgbClr val="000000"/>
                </a:solidFill>
              </a:rPr>
              <a:t>e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n</a:t>
            </a:r>
            <a:r>
              <a:rPr b="1" sz="3500" lang="en-US">
                <a:solidFill>
                  <a:srgbClr val="000000"/>
                </a:solidFill>
              </a:rPr>
              <a:t>t</a:t>
            </a:r>
            <a:r>
              <a:rPr b="1" sz="3500" lang="en-US">
                <a:solidFill>
                  <a:srgbClr val="000000"/>
                </a:solidFill>
              </a:rPr>
              <a:t>h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z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r>
              <a:rPr b="1" sz="3500" lang="en-US">
                <a:solidFill>
                  <a:srgbClr val="000000"/>
                </a:solidFill>
              </a:rPr>
              <a:t>.</a:t>
            </a:r>
            <a:endParaRPr lang="en-US"/>
          </a:p>
          <a:p>
            <a:r>
              <a:rPr b="1" sz="3500" lang="en-US">
                <a:solidFill>
                  <a:srgbClr val="000000"/>
                </a:solidFill>
              </a:rPr>
              <a:t>K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d</a:t>
            </a:r>
            <a:r>
              <a:rPr b="1" sz="3500" lang="en-US">
                <a:solidFill>
                  <a:srgbClr val="000000"/>
                </a:solidFill>
              </a:rPr>
              <a:t>y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z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k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d</a:t>
            </a:r>
            <a:r>
              <a:rPr b="1" sz="3500" lang="en-US">
                <a:solidFill>
                  <a:srgbClr val="000000"/>
                </a:solidFill>
              </a:rPr>
              <a:t>y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z</a:t>
            </a:r>
            <a:r>
              <a:rPr b="1" sz="3500" lang="en-US">
                <a:solidFill>
                  <a:srgbClr val="000000"/>
                </a:solidFill>
              </a:rPr>
              <a:t>o</a:t>
            </a:r>
            <a:r>
              <a:rPr b="1" sz="3500" lang="en-US">
                <a:solidFill>
                  <a:srgbClr val="000000"/>
                </a:solidFill>
              </a:rPr>
              <a:t>p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s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n</a:t>
            </a:r>
            <a:r>
              <a:rPr b="1" sz="3500" lang="en-US">
                <a:solidFill>
                  <a:srgbClr val="000000"/>
                </a:solidFill>
              </a:rPr>
              <a:t>t</a:t>
            </a:r>
            <a:r>
              <a:rPr b="1" sz="3500" lang="en-US">
                <a:solidFill>
                  <a:srgbClr val="000000"/>
                </a:solidFill>
              </a:rPr>
              <a:t>h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z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endParaRPr lang="en-US"/>
          </a:p>
          <a:p>
            <a:r>
              <a:rPr b="1" sz="3500" lang="en-US">
                <a:solidFill>
                  <a:srgbClr val="000000"/>
                </a:solidFill>
              </a:rPr>
              <a:t>K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c</a:t>
            </a:r>
            <a:r>
              <a:rPr b="1" sz="3500" lang="en-US">
                <a:solidFill>
                  <a:srgbClr val="000000"/>
                </a:solidFill>
              </a:rPr>
              <a:t>h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r>
              <a:rPr b="1" sz="3500" lang="en-US">
                <a:solidFill>
                  <a:srgbClr val="000000"/>
                </a:solidFill>
              </a:rPr>
              <a:t>t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m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s</a:t>
            </a:r>
            <a:r>
              <a:rPr b="1" sz="3500" lang="en-US">
                <a:solidFill>
                  <a:srgbClr val="000000"/>
                </a:solidFill>
              </a:rPr>
              <a:t>e</a:t>
            </a:r>
            <a:r>
              <a:rPr b="1" sz="3500" lang="en-US">
                <a:solidFill>
                  <a:srgbClr val="000000"/>
                </a:solidFill>
              </a:rPr>
              <a:t>w</a:t>
            </a:r>
            <a:r>
              <a:rPr b="1" sz="3500" lang="en-US">
                <a:solidFill>
                  <a:srgbClr val="000000"/>
                </a:solidFill>
              </a:rPr>
              <a:t>e</a:t>
            </a:r>
            <a:r>
              <a:rPr b="1" sz="3500" lang="en-US">
                <a:solidFill>
                  <a:srgbClr val="000000"/>
                </a:solidFill>
              </a:rPr>
              <a:t>r</a:t>
            </a:r>
            <a:r>
              <a:rPr b="1" sz="3500" lang="en-US">
                <a:solidFill>
                  <a:srgbClr val="000000"/>
                </a:solidFill>
              </a:rPr>
              <a:t>o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o</a:t>
            </a:r>
            <a:r>
              <a:rPr b="1" sz="3500" lang="en-US">
                <a:solidFill>
                  <a:srgbClr val="000000"/>
                </a:solidFill>
              </a:rPr>
              <a:t>l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r>
              <a:rPr b="1" sz="3500" lang="en-US">
                <a:solidFill>
                  <a:srgbClr val="000000"/>
                </a:solidFill>
              </a:rPr>
              <a:t>m</a:t>
            </a:r>
            <a:r>
              <a:rPr b="1" sz="3500" lang="en-US">
                <a:solidFill>
                  <a:srgbClr val="000000"/>
                </a:solidFill>
              </a:rPr>
              <a:t>b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r>
              <a:rPr b="1" sz="3500" lang="en-US">
                <a:solidFill>
                  <a:srgbClr val="000000"/>
                </a:solidFill>
              </a:rPr>
              <a:t>t</a:t>
            </a:r>
            <a:r>
              <a:rPr b="1" sz="3500" lang="en-US">
                <a:solidFill>
                  <a:srgbClr val="000000"/>
                </a:solidFill>
              </a:rPr>
              <a:t>s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t</a:t>
            </a:r>
            <a:r>
              <a:rPr b="1" sz="3500" lang="en-US">
                <a:solidFill>
                  <a:srgbClr val="000000"/>
                </a:solidFill>
              </a:rPr>
              <a:t>h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p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endParaRPr lang="en-US"/>
          </a:p>
          <a:p>
            <a:r>
              <a:rPr b="1" sz="3500" lang="en-US">
                <a:solidFill>
                  <a:srgbClr val="000000"/>
                </a:solidFill>
              </a:rPr>
              <a:t>K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p</a:t>
            </a:r>
            <a:r>
              <a:rPr b="1" sz="3500" lang="en-US">
                <a:solidFill>
                  <a:srgbClr val="000000"/>
                </a:solidFill>
              </a:rPr>
              <a:t>e</a:t>
            </a:r>
            <a:r>
              <a:rPr b="1" sz="3500" lang="en-US">
                <a:solidFill>
                  <a:srgbClr val="000000"/>
                </a:solidFill>
              </a:rPr>
              <a:t>w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m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c</a:t>
            </a:r>
            <a:r>
              <a:rPr b="1" sz="3500" lang="en-US">
                <a:solidFill>
                  <a:srgbClr val="000000"/>
                </a:solidFill>
              </a:rPr>
              <a:t>h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r>
              <a:rPr b="1" sz="3500" lang="en-US">
                <a:solidFill>
                  <a:srgbClr val="000000"/>
                </a:solidFill>
              </a:rPr>
              <a:t>t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r>
              <a:rPr b="1" sz="3500" lang="en-US">
                <a:solidFill>
                  <a:srgbClr val="000000"/>
                </a:solidFill>
              </a:rPr>
              <a:t>d</a:t>
            </a:r>
            <a:r>
              <a:rPr b="1" sz="3500" lang="en-US">
                <a:solidFill>
                  <a:srgbClr val="000000"/>
                </a:solidFill>
              </a:rPr>
              <a:t>w</a:t>
            </a:r>
            <a:r>
              <a:rPr b="1" sz="3500" lang="en-US">
                <a:solidFill>
                  <a:srgbClr val="000000"/>
                </a:solidFill>
              </a:rPr>
              <a:t>e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w</a:t>
            </a:r>
            <a:r>
              <a:rPr b="1" sz="3500" lang="en-US">
                <a:solidFill>
                  <a:srgbClr val="000000"/>
                </a:solidFill>
              </a:rPr>
              <a:t>o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r>
              <a:rPr b="1" sz="3500" lang="en-US">
                <a:solidFill>
                  <a:srgbClr val="000000"/>
                </a:solidFill>
              </a:rPr>
              <a:t>p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endParaRPr lang="en-US"/>
          </a:p>
          <a:p>
            <a:r>
              <a:rPr b="1" sz="3500" lang="en-US">
                <a:solidFill>
                  <a:srgbClr val="000000"/>
                </a:solidFill>
              </a:rPr>
              <a:t>K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k</a:t>
            </a:r>
            <a:r>
              <a:rPr b="1" sz="3500" lang="en-US">
                <a:solidFill>
                  <a:srgbClr val="000000"/>
                </a:solidFill>
              </a:rPr>
              <a:t>h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l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p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r>
              <a:rPr b="1" sz="3500" lang="en-US">
                <a:solidFill>
                  <a:srgbClr val="000000"/>
                </a:solidFill>
              </a:rPr>
              <a:t>l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r>
              <a:rPr b="1" sz="3500" lang="en-US">
                <a:solidFill>
                  <a:srgbClr val="000000"/>
                </a:solidFill>
              </a:rPr>
              <a:t>r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M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l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n</a:t>
            </a:r>
            <a:r>
              <a:rPr b="1" sz="3500" lang="en-US">
                <a:solidFill>
                  <a:srgbClr val="000000"/>
                </a:solidFill>
              </a:rPr>
              <a:t>g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n</a:t>
            </a:r>
            <a:r>
              <a:rPr b="1" sz="3500" lang="en-US">
                <a:solidFill>
                  <a:srgbClr val="000000"/>
                </a:solidFill>
              </a:rPr>
              <a:t>t</a:t>
            </a:r>
            <a:r>
              <a:rPr b="1" sz="3500" lang="en-US">
                <a:solidFill>
                  <a:srgbClr val="000000"/>
                </a:solidFill>
              </a:rPr>
              <a:t>h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w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z</a:t>
            </a:r>
            <a:r>
              <a:rPr b="1" sz="3500" lang="en-US">
                <a:solidFill>
                  <a:srgbClr val="000000"/>
                </a:solidFill>
              </a:rPr>
              <a:t>o</a:t>
            </a:r>
            <a:r>
              <a:rPr b="1" sz="3500" lang="en-US">
                <a:solidFill>
                  <a:srgbClr val="000000"/>
                </a:solidFill>
              </a:rPr>
              <a:t>n</a:t>
            </a:r>
            <a:r>
              <a:rPr b="1" sz="3500" lang="en-US">
                <a:solidFill>
                  <a:srgbClr val="000000"/>
                </a:solidFill>
              </a:rPr>
              <a:t>s</a:t>
            </a:r>
            <a:r>
              <a:rPr b="1" sz="3500" lang="en-US">
                <a:solidFill>
                  <a:srgbClr val="000000"/>
                </a:solidFill>
              </a:rPr>
              <a:t>e</a:t>
            </a:r>
            <a:endParaRPr lang="en-US"/>
          </a:p>
          <a:p>
            <a:r>
              <a:rPr b="1" sz="3500" lang="en-US">
                <a:solidFill>
                  <a:srgbClr val="000000"/>
                </a:solidFill>
              </a:rPr>
              <a:t>K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m</a:t>
            </a:r>
            <a:r>
              <a:rPr b="1" sz="3500" lang="en-US">
                <a:solidFill>
                  <a:srgbClr val="000000"/>
                </a:solidFill>
              </a:rPr>
              <a:t>w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m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d</a:t>
            </a:r>
            <a:r>
              <a:rPr b="1" sz="3500" lang="en-US">
                <a:solidFill>
                  <a:srgbClr val="000000"/>
                </a:solidFill>
              </a:rPr>
              <a:t>z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m</a:t>
            </a:r>
            <a:r>
              <a:rPr b="1" sz="3500" lang="en-US">
                <a:solidFill>
                  <a:srgbClr val="000000"/>
                </a:solidFill>
              </a:rPr>
              <a:t>b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r>
              <a:rPr b="1" sz="3500" lang="en-US">
                <a:solidFill>
                  <a:srgbClr val="000000"/>
                </a:solidFill>
              </a:rPr>
              <a:t>r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m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n</a:t>
            </a:r>
            <a:r>
              <a:rPr b="1" sz="3500" lang="en-US">
                <a:solidFill>
                  <a:srgbClr val="000000"/>
                </a:solidFill>
              </a:rPr>
              <a:t>t</a:t>
            </a:r>
            <a:r>
              <a:rPr b="1" sz="3500" lang="en-US">
                <a:solidFill>
                  <a:srgbClr val="000000"/>
                </a:solidFill>
              </a:rPr>
              <a:t>h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w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y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k</a:t>
            </a:r>
            <a:r>
              <a:rPr b="1" sz="3500" lang="en-US">
                <a:solidFill>
                  <a:srgbClr val="000000"/>
                </a:solidFill>
              </a:rPr>
              <a:t>e</a:t>
            </a:r>
            <a:endParaRPr lang="en-US"/>
          </a:p>
          <a:p>
            <a:r>
              <a:rPr b="1" sz="3500" lang="en-US">
                <a:solidFill>
                  <a:srgbClr val="000000"/>
                </a:solidFill>
              </a:rPr>
              <a:t>K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p</a:t>
            </a:r>
            <a:r>
              <a:rPr b="1" sz="3500" lang="en-US">
                <a:solidFill>
                  <a:srgbClr val="000000"/>
                </a:solidFill>
              </a:rPr>
              <a:t>u</a:t>
            </a:r>
            <a:r>
              <a:rPr b="1" sz="3500" lang="en-US">
                <a:solidFill>
                  <a:srgbClr val="000000"/>
                </a:solidFill>
              </a:rPr>
              <a:t>m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m</a:t>
            </a:r>
            <a:r>
              <a:rPr b="1" sz="3500" lang="en-US">
                <a:solidFill>
                  <a:srgbClr val="000000"/>
                </a:solidFill>
              </a:rPr>
              <a:t>p</a:t>
            </a:r>
            <a:r>
              <a:rPr b="1" sz="3500" lang="en-US">
                <a:solidFill>
                  <a:srgbClr val="000000"/>
                </a:solidFill>
              </a:rPr>
              <a:t>h</a:t>
            </a:r>
            <a:r>
              <a:rPr b="1" sz="3500" lang="en-US">
                <a:solidFill>
                  <a:srgbClr val="000000"/>
                </a:solidFill>
              </a:rPr>
              <a:t>w</a:t>
            </a:r>
            <a:r>
              <a:rPr b="1" sz="3500" lang="en-US">
                <a:solidFill>
                  <a:srgbClr val="000000"/>
                </a:solidFill>
              </a:rPr>
              <a:t>e</a:t>
            </a:r>
            <a:r>
              <a:rPr b="1" sz="3500" lang="en-US">
                <a:solidFill>
                  <a:srgbClr val="000000"/>
                </a:solidFill>
              </a:rPr>
              <a:t>y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w</a:t>
            </a:r>
            <a:r>
              <a:rPr b="1" sz="3500" lang="en-US">
                <a:solidFill>
                  <a:srgbClr val="000000"/>
                </a:solidFill>
              </a:rPr>
              <a:t>a</a:t>
            </a:r>
            <a:r>
              <a:rPr b="1" sz="3500" lang="en-US">
                <a:solidFill>
                  <a:srgbClr val="000000"/>
                </a:solidFill>
              </a:rPr>
              <a:t> </a:t>
            </a:r>
            <a:r>
              <a:rPr b="1" sz="3500" lang="en-US">
                <a:solidFill>
                  <a:srgbClr val="000000"/>
                </a:solidFill>
              </a:rPr>
              <a:t>b</a:t>
            </a:r>
            <a:r>
              <a:rPr b="1" sz="3500" lang="en-US">
                <a:solidFill>
                  <a:srgbClr val="000000"/>
                </a:solidFill>
              </a:rPr>
              <a:t>w</a:t>
            </a:r>
            <a:r>
              <a:rPr b="1" sz="3500" lang="en-US">
                <a:solidFill>
                  <a:srgbClr val="000000"/>
                </a:solidFill>
              </a:rPr>
              <a:t>i</a:t>
            </a:r>
            <a:r>
              <a:rPr b="1" sz="3500" lang="en-US">
                <a:solidFill>
                  <a:srgbClr val="000000"/>
                </a:solidFill>
              </a:rPr>
              <a:t>n</a:t>
            </a:r>
            <a:r>
              <a:rPr b="1" sz="3500" lang="en-US">
                <a:solidFill>
                  <a:srgbClr val="000000"/>
                </a:solidFill>
              </a:rPr>
              <a:t>o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-88116" y="0"/>
            <a:ext cx="7853348" cy="6858000"/>
          </a:xfrm>
          <a:prstGeom prst="rect"/>
        </p:spPr>
      </p:pic>
      <p:sp>
        <p:nvSpPr>
          <p:cNvPr id="1048674" name=""/>
          <p:cNvSpPr txBox="1"/>
          <p:nvPr/>
        </p:nvSpPr>
        <p:spPr>
          <a:xfrm>
            <a:off x="6221807" y="457305"/>
            <a:ext cx="4000000" cy="1031240"/>
          </a:xfrm>
          <a:prstGeom prst="rect"/>
        </p:spPr>
        <p:txBody>
          <a:bodyPr rtlCol="0" wrap="square">
            <a:spAutoFit/>
          </a:bodyPr>
          <a:p>
            <a:r>
              <a:rPr b="1" sz="3100" lang="en-US">
                <a:solidFill>
                  <a:srgbClr val="000000"/>
                </a:solidFill>
              </a:rPr>
              <a:t>I</a:t>
            </a:r>
            <a:r>
              <a:rPr b="1" sz="3100" lang="en-US">
                <a:solidFill>
                  <a:srgbClr val="000000"/>
                </a:solidFill>
              </a:rPr>
              <a:t>d</a:t>
            </a:r>
            <a:r>
              <a:rPr b="1" sz="3100" lang="en-US">
                <a:solidFill>
                  <a:srgbClr val="000000"/>
                </a:solidFill>
              </a:rPr>
              <a:t>y</a:t>
            </a:r>
            <a:r>
              <a:rPr b="1" sz="3100" lang="en-US">
                <a:solidFill>
                  <a:srgbClr val="000000"/>
                </a:solidFill>
              </a:rPr>
              <a:t>a</a:t>
            </a:r>
            <a:r>
              <a:rPr b="1" sz="3100" lang="en-US">
                <a:solidFill>
                  <a:srgbClr val="000000"/>
                </a:solidFill>
              </a:rPr>
              <a:t>n</a:t>
            </a:r>
            <a:r>
              <a:rPr b="1" sz="3100" lang="en-US">
                <a:solidFill>
                  <a:srgbClr val="000000"/>
                </a:solidFill>
              </a:rPr>
              <a:t>i</a:t>
            </a:r>
            <a:r>
              <a:rPr b="1" sz="3100" lang="en-US">
                <a:solidFill>
                  <a:srgbClr val="000000"/>
                </a:solidFill>
              </a:rPr>
              <a:t> </a:t>
            </a:r>
            <a:r>
              <a:rPr b="1" sz="3100" lang="en-US">
                <a:solidFill>
                  <a:srgbClr val="000000"/>
                </a:solidFill>
              </a:rPr>
              <a:t>m</a:t>
            </a:r>
            <a:r>
              <a:rPr b="1" sz="3100" lang="en-US">
                <a:solidFill>
                  <a:srgbClr val="000000"/>
                </a:solidFill>
              </a:rPr>
              <a:t>w</a:t>
            </a:r>
            <a:r>
              <a:rPr b="1" sz="3100" lang="en-US">
                <a:solidFill>
                  <a:srgbClr val="000000"/>
                </a:solidFill>
              </a:rPr>
              <a:t>a</a:t>
            </a:r>
            <a:r>
              <a:rPr b="1" sz="3100" lang="en-US">
                <a:solidFill>
                  <a:srgbClr val="000000"/>
                </a:solidFill>
              </a:rPr>
              <a:t> </a:t>
            </a:r>
            <a:endParaRPr sz="2800" lang="en-US">
              <a:solidFill>
                <a:srgbClr val="000000"/>
              </a:solidFill>
            </a:endParaRPr>
          </a:p>
          <a:p>
            <a:r>
              <a:rPr b="1" sz="3100" lang="en-US">
                <a:solidFill>
                  <a:srgbClr val="000000"/>
                </a:solidFill>
              </a:rPr>
              <a:t>n</a:t>
            </a:r>
            <a:r>
              <a:rPr b="1" sz="3100" lang="en-US">
                <a:solidFill>
                  <a:srgbClr val="000000"/>
                </a:solidFill>
              </a:rPr>
              <a:t>z</a:t>
            </a:r>
            <a:r>
              <a:rPr b="1" sz="3100" lang="en-US">
                <a:solidFill>
                  <a:srgbClr val="000000"/>
                </a:solidFill>
              </a:rPr>
              <a:t>e</a:t>
            </a:r>
            <a:r>
              <a:rPr b="1" sz="3100" lang="en-US">
                <a:solidFill>
                  <a:srgbClr val="000000"/>
                </a:solidFill>
              </a:rPr>
              <a:t>r</a:t>
            </a:r>
            <a:r>
              <a:rPr b="1" sz="3100" lang="en-US">
                <a:solidFill>
                  <a:srgbClr val="000000"/>
                </a:solidFill>
              </a:rPr>
              <a:t>u</a:t>
            </a:r>
            <a:r>
              <a:rPr b="1" sz="31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"/>
          <p:cNvSpPr>
            <a:spLocks noGrp="1"/>
          </p:cNvSpPr>
          <p:nvPr>
            <p:ph type="title"/>
          </p:nvPr>
        </p:nvSpPr>
        <p:spPr>
          <a:xfrm>
            <a:off x="628650" y="689944"/>
            <a:ext cx="7886700" cy="1325563"/>
          </a:xfrm>
        </p:spPr>
        <p:txBody>
          <a:bodyPr>
            <a:normAutofit fontScale="90000"/>
          </a:bodyPr>
          <a:p>
            <a:r>
              <a:rPr sz="5000" lang="en-US"/>
              <a:t>-</a:t>
            </a:r>
            <a:r>
              <a:rPr sz="5000" lang="en-US"/>
              <a:t> </a:t>
            </a:r>
            <a:r>
              <a:rPr b="1" sz="5000" lang="en-US"/>
              <a:t>k</a:t>
            </a:r>
            <a:r>
              <a:rPr b="1" sz="5000" lang="en-US"/>
              <a:t>u</a:t>
            </a:r>
            <a:r>
              <a:rPr b="1" sz="5000" lang="en-US"/>
              <a:t>p</a:t>
            </a:r>
            <a:r>
              <a:rPr b="1" sz="5000" lang="en-US"/>
              <a:t>u</a:t>
            </a:r>
            <a:r>
              <a:rPr b="1" sz="5000" lang="en-US"/>
              <a:t>m</a:t>
            </a:r>
            <a:r>
              <a:rPr b="1" sz="5000" lang="en-US"/>
              <a:t>u</a:t>
            </a:r>
            <a:r>
              <a:rPr b="1" sz="5000" lang="en-US"/>
              <a:t>l</a:t>
            </a:r>
            <a:r>
              <a:rPr b="1" sz="5000" lang="en-US"/>
              <a:t>a</a:t>
            </a:r>
            <a:r>
              <a:rPr b="1" sz="5000" lang="en-US"/>
              <a:t> </a:t>
            </a:r>
            <a:r>
              <a:rPr b="1" sz="5000" lang="en-US"/>
              <a:t>u</a:t>
            </a:r>
            <a:r>
              <a:rPr b="1" sz="5000" lang="en-US"/>
              <a:t>k</a:t>
            </a:r>
            <a:r>
              <a:rPr b="1" sz="5000" lang="en-US"/>
              <a:t>a</a:t>
            </a:r>
            <a:r>
              <a:rPr b="1" sz="5000" lang="en-US"/>
              <a:t>g</a:t>
            </a:r>
            <a:r>
              <a:rPr b="1" sz="5000" lang="en-US"/>
              <a:t>w</a:t>
            </a:r>
            <a:r>
              <a:rPr b="1" sz="5000" lang="en-US"/>
              <a:t>i</a:t>
            </a:r>
            <a:r>
              <a:rPr b="1" sz="5000" lang="en-US"/>
              <a:t>r</a:t>
            </a:r>
            <a:r>
              <a:rPr b="1" sz="5000" lang="en-US"/>
              <a:t>a</a:t>
            </a:r>
            <a:r>
              <a:rPr b="1" sz="5000" lang="en-US"/>
              <a:t> </a:t>
            </a:r>
            <a:r>
              <a:rPr b="1" sz="5000" lang="en-US"/>
              <a:t>n</a:t>
            </a:r>
            <a:r>
              <a:rPr b="1" sz="5000" lang="en-US"/>
              <a:t>t</a:t>
            </a:r>
            <a:r>
              <a:rPr b="1" sz="5000" lang="en-US"/>
              <a:t>c</a:t>
            </a:r>
            <a:r>
              <a:rPr b="1" sz="5000" lang="en-US"/>
              <a:t>h</a:t>
            </a:r>
            <a:r>
              <a:rPr b="1" sz="5000" lang="en-US"/>
              <a:t>i</a:t>
            </a:r>
            <a:r>
              <a:rPr b="1" sz="5000" lang="en-US"/>
              <a:t>t</a:t>
            </a:r>
            <a:r>
              <a:rPr b="1" sz="5000" lang="en-US"/>
              <a:t>o</a:t>
            </a:r>
            <a:br>
              <a:rPr b="1" sz="5000" lang="en-US"/>
            </a:br>
            <a:r>
              <a:rPr b="1" sz="5000" lang="en-US"/>
              <a:t>-</a:t>
            </a:r>
            <a:r>
              <a:rPr b="1" sz="5000" lang="en-US"/>
              <a:t>k</a:t>
            </a:r>
            <a:r>
              <a:rPr b="1" sz="5000" lang="en-US"/>
              <a:t>u</a:t>
            </a:r>
            <a:r>
              <a:rPr b="1" sz="5000" lang="en-US"/>
              <a:t>k</a:t>
            </a:r>
            <a:r>
              <a:rPr b="1" sz="5000" lang="en-US"/>
              <a:t>h</a:t>
            </a:r>
            <a:r>
              <a:rPr b="1" sz="5000" lang="en-US"/>
              <a:t>a</a:t>
            </a:r>
            <a:r>
              <a:rPr b="1" sz="5000" lang="en-US"/>
              <a:t>l</a:t>
            </a:r>
            <a:r>
              <a:rPr b="1" sz="5000" lang="en-US"/>
              <a:t>a</a:t>
            </a:r>
            <a:r>
              <a:rPr b="1" sz="5000" lang="en-US"/>
              <a:t> </a:t>
            </a:r>
            <a:r>
              <a:rPr b="1" sz="5000" lang="en-US"/>
              <a:t>p</a:t>
            </a:r>
            <a:r>
              <a:rPr b="1" sz="5000" lang="en-US"/>
              <a:t>a</a:t>
            </a:r>
            <a:r>
              <a:rPr b="1" sz="5000" lang="en-US"/>
              <a:t> </a:t>
            </a:r>
            <a:r>
              <a:rPr b="1" sz="5000" lang="en-US"/>
              <a:t>d</a:t>
            </a:r>
            <a:r>
              <a:rPr b="1" sz="5000" lang="en-US"/>
              <a:t>z</a:t>
            </a:r>
            <a:r>
              <a:rPr b="1" sz="5000" lang="en-US"/>
              <a:t>u</a:t>
            </a:r>
            <a:r>
              <a:rPr b="1" sz="5000" lang="en-US"/>
              <a:t>w</a:t>
            </a:r>
            <a:r>
              <a:rPr b="1" sz="5000" lang="en-US"/>
              <a:t>a</a:t>
            </a:r>
            <a:r>
              <a:rPr b="1" sz="5000" lang="en-US"/>
              <a:t> </a:t>
            </a:r>
            <a:r>
              <a:rPr b="1" sz="5000" lang="en-US"/>
              <a:t>m</a:t>
            </a:r>
            <a:r>
              <a:rPr b="1" sz="5000" lang="en-US"/>
              <a:t>'</a:t>
            </a:r>
            <a:r>
              <a:rPr b="1" sz="5000" lang="en-US"/>
              <a:t>n</a:t>
            </a:r>
            <a:r>
              <a:rPr b="1" sz="5000" lang="en-US"/>
              <a:t>t</a:t>
            </a:r>
            <a:r>
              <a:rPr b="1" sz="5000" lang="en-US"/>
              <a:t>h</a:t>
            </a:r>
            <a:r>
              <a:rPr b="1" sz="5000" lang="en-US"/>
              <a:t>a</a:t>
            </a:r>
            <a:r>
              <a:rPr b="1" sz="5000" lang="en-US"/>
              <a:t>w</a:t>
            </a:r>
            <a:r>
              <a:rPr b="1" sz="5000" lang="en-US"/>
              <a:t>i</a:t>
            </a:r>
            <a:br>
              <a:rPr b="1" sz="5000" lang="en-US"/>
            </a:br>
            <a:r>
              <a:rPr b="1" sz="5000" lang="en-US"/>
              <a:t>Y</a:t>
            </a:r>
            <a:r>
              <a:rPr b="1" sz="5000" lang="en-US"/>
              <a:t>o</a:t>
            </a:r>
            <a:r>
              <a:rPr b="1" sz="5000" lang="en-US"/>
              <a:t>y</a:t>
            </a:r>
            <a:r>
              <a:rPr b="1" sz="5000" lang="en-US"/>
              <a:t>e</a:t>
            </a:r>
            <a:r>
              <a:rPr b="1" sz="5000" lang="en-US"/>
              <a:t>n</a:t>
            </a:r>
            <a:r>
              <a:rPr b="1" sz="5000" lang="en-US"/>
              <a:t>e</a:t>
            </a:r>
            <a:r>
              <a:rPr b="1" sz="5000" lang="en-US"/>
              <a:t>r</a:t>
            </a:r>
            <a:r>
              <a:rPr b="1" sz="5000" lang="en-US"/>
              <a:t>a</a:t>
            </a:r>
            <a:r>
              <a:rPr b="1" sz="5000" lang="en-US"/>
              <a:t>.</a:t>
            </a:r>
            <a:endParaRPr lang="en-US"/>
          </a:p>
        </p:txBody>
      </p:sp>
      <p:sp>
        <p:nvSpPr>
          <p:cNvPr id="1048676" name=""/>
          <p:cNvSpPr txBox="1"/>
          <p:nvPr/>
        </p:nvSpPr>
        <p:spPr>
          <a:xfrm>
            <a:off x="1247158" y="3429000"/>
            <a:ext cx="4000000" cy="2034540"/>
          </a:xfrm>
          <a:prstGeom prst="rect"/>
          <a:solidFill>
            <a:srgbClr val="92D050"/>
          </a:solidFill>
        </p:spPr>
        <p:txBody>
          <a:bodyPr rtlCol="0" wrap="square">
            <a:spAutoFit/>
          </a:bodyPr>
          <a:p>
            <a:r>
              <a:rPr b="1" sz="3400" lang="en-US">
                <a:solidFill>
                  <a:srgbClr val="000000"/>
                </a:solidFill>
              </a:rPr>
              <a:t>A</a:t>
            </a:r>
            <a:r>
              <a:rPr b="1" sz="3400" lang="en-US">
                <a:solidFill>
                  <a:srgbClr val="000000"/>
                </a:solidFill>
              </a:rPr>
              <a:t>m</a:t>
            </a:r>
            <a:r>
              <a:rPr b="1" sz="3400" lang="en-US">
                <a:solidFill>
                  <a:srgbClr val="000000"/>
                </a:solidFill>
              </a:rPr>
              <a:t>b</a:t>
            </a:r>
            <a:r>
              <a:rPr b="1" sz="3400" lang="en-US">
                <a:solidFill>
                  <a:srgbClr val="000000"/>
                </a:solidFill>
              </a:rPr>
              <a:t>u</a:t>
            </a:r>
            <a:r>
              <a:rPr b="1" sz="3400" lang="en-US">
                <a:solidFill>
                  <a:srgbClr val="000000"/>
                </a:solidFill>
              </a:rPr>
              <a:t>y</a:t>
            </a:r>
            <a:r>
              <a:rPr b="1" sz="3400" lang="en-US">
                <a:solidFill>
                  <a:srgbClr val="000000"/>
                </a:solidFill>
              </a:rPr>
              <a:t>e</a:t>
            </a:r>
            <a:r>
              <a:rPr b="1" sz="3400" lang="en-US">
                <a:solidFill>
                  <a:srgbClr val="000000"/>
                </a:solidFill>
              </a:rPr>
              <a:t> </a:t>
            </a:r>
            <a:r>
              <a:rPr b="1" sz="3400" lang="en-US">
                <a:solidFill>
                  <a:srgbClr val="000000"/>
                </a:solidFill>
              </a:rPr>
              <a:t>a</a:t>
            </a:r>
            <a:r>
              <a:rPr b="1" sz="3400" lang="en-US">
                <a:solidFill>
                  <a:srgbClr val="000000"/>
                </a:solidFill>
              </a:rPr>
              <a:t>k</a:t>
            </a:r>
            <a:r>
              <a:rPr b="1" sz="3400" lang="en-US">
                <a:solidFill>
                  <a:srgbClr val="000000"/>
                </a:solidFill>
              </a:rPr>
              <a:t>u</a:t>
            </a:r>
            <a:r>
              <a:rPr b="1" sz="3400" lang="en-US">
                <a:solidFill>
                  <a:srgbClr val="000000"/>
                </a:solidFill>
              </a:rPr>
              <a:t>d</a:t>
            </a:r>
            <a:r>
              <a:rPr b="1" sz="3400" lang="en-US">
                <a:solidFill>
                  <a:srgbClr val="000000"/>
                </a:solidFill>
              </a:rPr>
              <a:t>a</a:t>
            </a:r>
            <a:r>
              <a:rPr b="1" sz="3400" lang="en-US">
                <a:solidFill>
                  <a:srgbClr val="000000"/>
                </a:solidFill>
              </a:rPr>
              <a:t>l</a:t>
            </a:r>
            <a:r>
              <a:rPr b="1" sz="3400" lang="en-US">
                <a:solidFill>
                  <a:srgbClr val="000000"/>
                </a:solidFill>
              </a:rPr>
              <a:t>i</a:t>
            </a:r>
            <a:r>
              <a:rPr b="1" sz="3400" lang="en-US">
                <a:solidFill>
                  <a:srgbClr val="000000"/>
                </a:solidFill>
              </a:rPr>
              <a:t>s</a:t>
            </a:r>
            <a:r>
              <a:rPr b="1" sz="3400" lang="en-US">
                <a:solidFill>
                  <a:srgbClr val="000000"/>
                </a:solidFill>
              </a:rPr>
              <a:t>e</a:t>
            </a:r>
            <a:r>
              <a:rPr b="1" sz="3400" lang="en-US">
                <a:solidFill>
                  <a:srgbClr val="000000"/>
                </a:solidFill>
              </a:rPr>
              <a:t>n</a:t>
            </a:r>
            <a:r>
              <a:rPr b="1" sz="3400" lang="en-US">
                <a:solidFill>
                  <a:srgbClr val="000000"/>
                </a:solidFill>
              </a:rPr>
              <a:t>i</a:t>
            </a:r>
            <a:r>
              <a:rPr b="1" sz="3400" lang="en-US">
                <a:solidFill>
                  <a:srgbClr val="000000"/>
                </a:solidFill>
              </a:rPr>
              <a:t> </a:t>
            </a:r>
            <a:r>
              <a:rPr b="1" sz="3400" lang="en-US">
                <a:solidFill>
                  <a:srgbClr val="000000"/>
                </a:solidFill>
              </a:rPr>
              <a:t>n</a:t>
            </a:r>
            <a:r>
              <a:rPr b="1" sz="3400" lang="en-US">
                <a:solidFill>
                  <a:srgbClr val="000000"/>
                </a:solidFill>
              </a:rPr>
              <a:t>o</a:t>
            </a:r>
            <a:r>
              <a:rPr b="1" sz="3400" lang="en-US">
                <a:solidFill>
                  <a:srgbClr val="000000"/>
                </a:solidFill>
              </a:rPr>
              <a:t>n</a:t>
            </a:r>
            <a:r>
              <a:rPr b="1" sz="3400" lang="en-US">
                <a:solidFill>
                  <a:srgbClr val="000000"/>
                </a:solidFill>
              </a:rPr>
              <a:t>s</a:t>
            </a:r>
            <a:r>
              <a:rPr b="1" sz="3400" lang="en-US">
                <a:solidFill>
                  <a:srgbClr val="000000"/>
                </a:solidFill>
              </a:rPr>
              <a:t>e</a:t>
            </a:r>
            <a:r>
              <a:rPr b="1" sz="34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  <a:p>
            <a:endParaRPr sz="2800" lang="en-US">
              <a:solidFill>
                <a:srgbClr val="000000"/>
              </a:solidFill>
            </a:endParaRPr>
          </a:p>
          <a:p>
            <a:r>
              <a:rPr b="1" sz="3400" lang="en-US">
                <a:solidFill>
                  <a:srgbClr val="000000"/>
                </a:solidFill>
              </a:rPr>
              <a:t>B</a:t>
            </a:r>
            <a:r>
              <a:rPr b="1" sz="3400" lang="en-US">
                <a:solidFill>
                  <a:srgbClr val="000000"/>
                </a:solidFill>
              </a:rPr>
              <a:t>y</a:t>
            </a:r>
            <a:r>
              <a:rPr b="1" sz="3400" lang="en-US">
                <a:solidFill>
                  <a:srgbClr val="000000"/>
                </a:solidFill>
              </a:rPr>
              <a:t> </a:t>
            </a:r>
            <a:r>
              <a:rPr b="1" sz="3400" lang="en-US">
                <a:solidFill>
                  <a:srgbClr val="000000"/>
                </a:solidFill>
              </a:rPr>
              <a:t>:</a:t>
            </a:r>
            <a:r>
              <a:rPr b="1" sz="3400" lang="en-US">
                <a:solidFill>
                  <a:srgbClr val="000000"/>
                </a:solidFill>
              </a:rPr>
              <a:t>A</a:t>
            </a:r>
            <a:r>
              <a:rPr b="1" sz="3400" lang="en-US">
                <a:solidFill>
                  <a:srgbClr val="000000"/>
                </a:solidFill>
              </a:rPr>
              <a:t>L</a:t>
            </a:r>
            <a:r>
              <a:rPr b="1" sz="3400" lang="en-US">
                <a:solidFill>
                  <a:srgbClr val="000000"/>
                </a:solidFill>
              </a:rPr>
              <a:t>L</a:t>
            </a:r>
            <a:r>
              <a:rPr b="1" sz="3400" lang="en-US">
                <a:solidFill>
                  <a:srgbClr val="000000"/>
                </a:solidFill>
              </a:rPr>
              <a:t>A</a:t>
            </a:r>
            <a:r>
              <a:rPr b="1" sz="3400" lang="en-US">
                <a:solidFill>
                  <a:srgbClr val="000000"/>
                </a:solidFill>
              </a:rPr>
              <a:t>N</a:t>
            </a:r>
            <a:r>
              <a:rPr b="1" sz="3400" lang="en-US">
                <a:solidFill>
                  <a:srgbClr val="000000"/>
                </a:solidFill>
              </a:rPr>
              <a:t> </a:t>
            </a:r>
            <a:r>
              <a:rPr b="1" sz="3400" lang="en-US">
                <a:solidFill>
                  <a:srgbClr val="000000"/>
                </a:solidFill>
              </a:rPr>
              <a:t>W</a:t>
            </a:r>
            <a:r>
              <a:rPr b="1" sz="3400" lang="en-US">
                <a:solidFill>
                  <a:srgbClr val="000000"/>
                </a:solidFill>
              </a:rPr>
              <a:t>H</a:t>
            </a:r>
            <a:r>
              <a:rPr b="1" sz="3400" lang="en-US">
                <a:solidFill>
                  <a:srgbClr val="000000"/>
                </a:solidFill>
              </a:rPr>
              <a:t>I</a:t>
            </a:r>
            <a:r>
              <a:rPr b="1" sz="3400" lang="en-US">
                <a:solidFill>
                  <a:srgbClr val="000000"/>
                </a:solidFill>
              </a:rPr>
              <a:t>T</a:t>
            </a:r>
            <a:r>
              <a:rPr b="1" sz="3400" lang="en-US">
                <a:solidFill>
                  <a:srgbClr val="000000"/>
                </a:solidFill>
              </a:rPr>
              <a:t>E</a:t>
            </a:r>
            <a:r>
              <a:rPr b="1" sz="3400" lang="en-US">
                <a:solidFill>
                  <a:srgbClr val="000000"/>
                </a:solidFill>
              </a:rPr>
              <a:t>.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Office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TECNO BG6m</dc:creator>
  <dcterms:created xsi:type="dcterms:W3CDTF">2015-05-12T01:30:45Z</dcterms:created>
  <dcterms:modified xsi:type="dcterms:W3CDTF">2026-03-22T09:57:48Z</dcterms:modified>
</cp:coreProperties>
</file>