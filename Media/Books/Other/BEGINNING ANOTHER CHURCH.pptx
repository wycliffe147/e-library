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58" r:id="rId3"/>
    <p:sldId id="257" r:id="rId4"/>
    <p:sldId id="259" r:id="rId5"/>
    <p:sldId id="260" r:id="rId6"/>
    <p:sldId id="261" r:id="rId7"/>
    <p:sldId id="265" r:id="rId8"/>
    <p:sldId id="268" r:id="rId9"/>
    <p:sldId id="262" r:id="rId10"/>
    <p:sldId id="263" r:id="rId11"/>
    <p:sldId id="264" r:id="rId12"/>
    <p:sldId id="266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41" d="100"/>
          <a:sy n="41" d="100"/>
        </p:scale>
        <p:origin x="-132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CC819-A13C-4B21-B574-CC5474C59E97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DC5E6-5C0B-4683-B7FE-14F4FB4B7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94123-6B2A-45D2-97A7-7252170C0550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53D61-E4D3-4EAF-A3EF-85BC1D04E72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WHAT HAPPENED </a:t>
            </a:r>
            <a:br>
              <a:rPr lang="en-US" smtClean="0"/>
            </a:br>
            <a:r>
              <a:rPr lang="en-US" smtClean="0"/>
              <a:t>????????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EPHESIANS </a:t>
            </a:r>
            <a:r>
              <a:rPr lang="en-US" dirty="0" smtClean="0"/>
              <a:t>4:4-5, 1:22-23</a:t>
            </a:r>
            <a:endParaRPr lang="en-US" dirty="0" smtClean="0"/>
          </a:p>
          <a:p>
            <a:r>
              <a:rPr lang="en-US" dirty="0" smtClean="0"/>
              <a:t>MATHEWS 24:3-5, 11, </a:t>
            </a:r>
            <a:r>
              <a:rPr lang="en-US" dirty="0" smtClean="0"/>
              <a:t>24-25</a:t>
            </a:r>
          </a:p>
          <a:p>
            <a:r>
              <a:rPr lang="en-US" smtClean="0"/>
              <a:t>2 THESSALONIANS 2:9-12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CHRIST, THE </a:t>
            </a:r>
            <a:r>
              <a:rPr lang="en-US" dirty="0" smtClean="0"/>
              <a:t>WOMAN AND THE </a:t>
            </a:r>
            <a:r>
              <a:rPr lang="en-US" dirty="0" smtClean="0"/>
              <a:t>DRAGON  REVELATION </a:t>
            </a:r>
            <a:r>
              <a:rPr lang="en-US" dirty="0" smtClean="0"/>
              <a:t>CHAPTER 12-13</a:t>
            </a:r>
            <a:endParaRPr lang="en-US" dirty="0"/>
          </a:p>
        </p:txBody>
      </p:sp>
      <p:pic>
        <p:nvPicPr>
          <p:cNvPr id="4" name="Content Placeholder 3" descr="images the woman and the drag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54101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images woman Rev 12.jpg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bg2">
                <a:tint val="45000"/>
                <a:satMod val="400000"/>
              </a:schemeClr>
            </a:duotone>
            <a:lum bright="40000"/>
          </a:blip>
          <a:stretch>
            <a:fillRect/>
          </a:stretch>
        </p:blipFill>
        <p:spPr>
          <a:xfrm>
            <a:off x="0" y="0"/>
            <a:ext cx="10607040" cy="7955280"/>
          </a:xfrm>
          <a:scene3d>
            <a:camera prst="orthographicFront"/>
            <a:lightRig rig="threePt" dir="t"/>
          </a:scene3d>
          <a:sp3d>
            <a:bevelT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THIRD OF HEAVENLY ANGELS (STARS)</a:t>
            </a:r>
            <a:br>
              <a:rPr lang="en-US" dirty="0" smtClean="0"/>
            </a:br>
            <a:r>
              <a:rPr lang="en-US" dirty="0" smtClean="0"/>
              <a:t>WERE DECEIVED (REV. 12:7-9</a:t>
            </a:r>
            <a:endParaRPr lang="en-US" dirty="0"/>
          </a:p>
        </p:txBody>
      </p:sp>
      <p:pic>
        <p:nvPicPr>
          <p:cNvPr id="4" name="Content Placeholder 3" descr="images dragon drags angel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71601"/>
            <a:ext cx="9144000" cy="54863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DRAGON IS THE DEVIL</a:t>
            </a:r>
            <a:br>
              <a:rPr lang="en-US" dirty="0" smtClean="0"/>
            </a:br>
            <a:r>
              <a:rPr lang="en-US" dirty="0" smtClean="0"/>
              <a:t>REV. 12:7,8, 9,11-17</a:t>
            </a:r>
            <a:endParaRPr lang="en-US" dirty="0"/>
          </a:p>
        </p:txBody>
      </p:sp>
      <p:pic>
        <p:nvPicPr>
          <p:cNvPr id="4" name="Content Placeholder 3" descr="images Red Drag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5486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DEVIL DECEIVES </a:t>
            </a:r>
            <a:br>
              <a:rPr lang="en-US" dirty="0" smtClean="0"/>
            </a:br>
            <a:r>
              <a:rPr lang="en-US" dirty="0" smtClean="0"/>
              <a:t>THE WHOLE WORLD (REV. 13:1)</a:t>
            </a:r>
            <a:endParaRPr lang="en-US" dirty="0"/>
          </a:p>
        </p:txBody>
      </p:sp>
      <p:pic>
        <p:nvPicPr>
          <p:cNvPr id="4" name="Content Placeholder 3" descr="images Dragon Gives Power to the Beast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5410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SATAN DECEIVES THE WHOLE EARTH REV. 13:2-4</a:t>
            </a:r>
            <a:endParaRPr lang="en-US" dirty="0"/>
          </a:p>
        </p:txBody>
      </p:sp>
      <p:pic>
        <p:nvPicPr>
          <p:cNvPr id="4" name="Content Placeholder 3" descr="images Rev. 1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5410200"/>
          </a:xfrm>
        </p:spPr>
      </p:pic>
      <p:pic>
        <p:nvPicPr>
          <p:cNvPr id="5" name="Picture 4" descr="fac559d53b21bc27e613c87028d173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860" y="3188208"/>
            <a:ext cx="716280" cy="481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LAMBLIKE BEAST</a:t>
            </a:r>
            <a:br>
              <a:rPr lang="en-US" dirty="0" smtClean="0"/>
            </a:br>
            <a:r>
              <a:rPr lang="en-US" dirty="0" smtClean="0"/>
              <a:t>FROM THE EARTH </a:t>
            </a:r>
            <a:br>
              <a:rPr lang="en-US" dirty="0" smtClean="0"/>
            </a:br>
            <a:r>
              <a:rPr lang="en-US" dirty="0" smtClean="0"/>
              <a:t>REV. 13:11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 descr="fac559d53b21bc27e613c87028d173ac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2133600"/>
            <a:ext cx="5303520" cy="356576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DANIEL 7:17</a:t>
            </a:r>
            <a:endParaRPr lang="en-US" dirty="0"/>
          </a:p>
        </p:txBody>
      </p:sp>
      <p:pic>
        <p:nvPicPr>
          <p:cNvPr id="4" name="Content Placeholder 3" descr="images Daniel 7.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54101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BEGINNING ANOTHER CHURCH</a:t>
            </a:r>
            <a:br>
              <a:rPr lang="en-US" dirty="0" smtClean="0"/>
            </a:br>
            <a:r>
              <a:rPr lang="en-US" dirty="0" smtClean="0"/>
              <a:t>DANIEL 7:25</a:t>
            </a:r>
            <a:endParaRPr lang="en-US" dirty="0"/>
          </a:p>
        </p:txBody>
      </p:sp>
      <p:pic>
        <p:nvPicPr>
          <p:cNvPr id="4" name="Content Placeholder 3" descr="download Dan 7 little hor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54863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WHOLE WORLD WORSHIP THE BEAST (REV. 13:2-4,8).</a:t>
            </a:r>
            <a:endParaRPr lang="en-US" dirty="0"/>
          </a:p>
        </p:txBody>
      </p:sp>
      <p:pic>
        <p:nvPicPr>
          <p:cNvPr id="4" name="Content Placeholder 3" descr="images Rev. 1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24000"/>
            <a:ext cx="9144000" cy="5334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WARNING</a:t>
            </a:r>
            <a:br>
              <a:rPr lang="en-US" dirty="0" smtClean="0"/>
            </a:br>
            <a:r>
              <a:rPr lang="en-US" dirty="0" smtClean="0"/>
              <a:t>REVELATION 13 :8; 14:9</a:t>
            </a:r>
            <a:endParaRPr lang="en-US" dirty="0"/>
          </a:p>
        </p:txBody>
      </p:sp>
      <p:pic>
        <p:nvPicPr>
          <p:cNvPr id="4" name="Content Placeholder 3" descr="images Rev. 1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5410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887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REV.17:   THE CHURCH</a:t>
            </a:r>
            <a:br>
              <a:rPr lang="en-US" dirty="0" smtClean="0"/>
            </a:br>
            <a:r>
              <a:rPr lang="en-US" dirty="0" smtClean="0"/>
              <a:t>AND WORLD POLITICS</a:t>
            </a:r>
            <a:endParaRPr lang="en-US" dirty="0"/>
          </a:p>
        </p:txBody>
      </p:sp>
      <p:pic>
        <p:nvPicPr>
          <p:cNvPr id="4" name="Content Placeholder 3" descr="f5871cd6361db68888385e5436afed16--end-times-prophecy-book-of-revelation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371600"/>
            <a:ext cx="5706449" cy="5486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237</TotalTime>
  <Words>70</Words>
  <Application>Microsoft Office PowerPoint</Application>
  <PresentationFormat>On-screen Show (4:3)</PresentationFormat>
  <Paragraphs>15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WHAT HAPPENED  ????????</vt:lpstr>
      <vt:lpstr>CHRIST, THE WOMAN AND THE DRAGON  REVELATION CHAPTER 12-13</vt:lpstr>
      <vt:lpstr>Slide 3</vt:lpstr>
      <vt:lpstr>A THIRD OF HEAVENLY ANGELS (STARS) WERE DECEIVED (REV. 12:7-9</vt:lpstr>
      <vt:lpstr>THE DRAGON IS THE DEVIL REV. 12:7,8, 9,11-17</vt:lpstr>
      <vt:lpstr>THE DEVIL DECEIVES  THE WHOLE WORLD (REV. 13:1)</vt:lpstr>
      <vt:lpstr>SATAN DECEIVES THE WHOLE EARTH REV. 13:2-4</vt:lpstr>
      <vt:lpstr>  THE LAMBLIKE BEAST FROM THE EARTH  REV. 13:11 </vt:lpstr>
      <vt:lpstr>DANIEL 7:17</vt:lpstr>
      <vt:lpstr>BEGINNING ANOTHER CHURCH DANIEL 7:25</vt:lpstr>
      <vt:lpstr>THE WHOLE WORLD WORSHIP THE BEAST (REV. 13:2-4,8).</vt:lpstr>
      <vt:lpstr>WARNING REVELATION 13 :8; 14:9</vt:lpstr>
      <vt:lpstr>REV.17:   THE CHURCH AND WORLD POLITICS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6</cp:revision>
  <dcterms:created xsi:type="dcterms:W3CDTF">2022-10-15T00:38:06Z</dcterms:created>
  <dcterms:modified xsi:type="dcterms:W3CDTF">2023-07-05T09:06:03Z</dcterms:modified>
</cp:coreProperties>
</file>