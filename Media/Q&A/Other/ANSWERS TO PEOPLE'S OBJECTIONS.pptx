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62" r:id="rId7"/>
    <p:sldId id="259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305" r:id="rId33"/>
    <p:sldId id="288" r:id="rId34"/>
    <p:sldId id="289" r:id="rId35"/>
    <p:sldId id="290" r:id="rId36"/>
    <p:sldId id="291" r:id="rId37"/>
    <p:sldId id="293" r:id="rId38"/>
    <p:sldId id="294" r:id="rId39"/>
    <p:sldId id="298" r:id="rId40"/>
    <p:sldId id="299" r:id="rId41"/>
    <p:sldId id="306" r:id="rId42"/>
    <p:sldId id="301" r:id="rId43"/>
    <p:sldId id="303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Answers to the people’s objections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accent2"/>
                </a:solidFill>
              </a:rPr>
              <a:t>Seminar 7</a:t>
            </a:r>
            <a:endParaRPr lang="en-US" sz="4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563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1.   I cannot leave my church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en-US" sz="3600" b="1" dirty="0" smtClean="0"/>
          </a:p>
          <a:p>
            <a:pPr lvl="0"/>
            <a:r>
              <a:rPr lang="en-US" sz="3600" b="1" dirty="0" err="1" smtClean="0"/>
              <a:t>Yohane</a:t>
            </a:r>
            <a:r>
              <a:rPr lang="en-US" sz="3600" b="1" dirty="0" smtClean="0"/>
              <a:t> </a:t>
            </a:r>
            <a:r>
              <a:rPr lang="en-US" sz="3600" b="1" dirty="0"/>
              <a:t>10:26, </a:t>
            </a:r>
            <a:r>
              <a:rPr lang="en-US" sz="3600" b="1" dirty="0" smtClean="0"/>
              <a:t>27 </a:t>
            </a:r>
            <a:endParaRPr lang="en-US" sz="3600" b="1" dirty="0" smtClean="0">
              <a:solidFill>
                <a:schemeClr val="tx1"/>
              </a:solidFill>
            </a:endParaRPr>
          </a:p>
          <a:p>
            <a:pPr lvl="0"/>
            <a:r>
              <a:rPr lang="en-US" sz="3600" b="1" dirty="0" err="1" smtClean="0"/>
              <a:t>Chibvumbulutso</a:t>
            </a:r>
            <a:r>
              <a:rPr lang="en-US" sz="3600" b="1" dirty="0" smtClean="0"/>
              <a:t> 18:4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 err="1" smtClean="0"/>
              <a:t>Yohane</a:t>
            </a:r>
            <a:r>
              <a:rPr lang="en-US" sz="3600" b="1" dirty="0" smtClean="0"/>
              <a:t> </a:t>
            </a:r>
            <a:r>
              <a:rPr lang="en-US" sz="3600" b="1" dirty="0"/>
              <a:t>12: 42, 43 </a:t>
            </a:r>
          </a:p>
          <a:p>
            <a:pPr marL="0" lvl="0" indent="0">
              <a:buNone/>
            </a:pP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453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981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310" y="299544"/>
            <a:ext cx="11430000" cy="618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2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2. </a:t>
            </a:r>
            <a:r>
              <a:rPr lang="en-US" sz="4000" b="1" cap="none" dirty="0"/>
              <a:t>I</a:t>
            </a:r>
            <a:r>
              <a:rPr lang="en-US" sz="4000" b="1" cap="none" dirty="0" smtClean="0"/>
              <a:t> cannot live if </a:t>
            </a:r>
            <a:r>
              <a:rPr lang="en-US" sz="4000" b="1" cap="none" dirty="0"/>
              <a:t>I</a:t>
            </a:r>
            <a:r>
              <a:rPr lang="en-US" sz="4000" b="1" cap="none" dirty="0" smtClean="0"/>
              <a:t> can keep the </a:t>
            </a:r>
            <a:r>
              <a:rPr lang="en-US" sz="4000" b="1" cap="none" dirty="0" err="1" smtClean="0"/>
              <a:t>sabbath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 err="1"/>
              <a:t>Mateyu</a:t>
            </a:r>
            <a:r>
              <a:rPr lang="en-US" sz="3600" b="1" dirty="0"/>
              <a:t> </a:t>
            </a:r>
            <a:r>
              <a:rPr lang="en-US" sz="3600" b="1" dirty="0" smtClean="0"/>
              <a:t>6:33</a:t>
            </a:r>
          </a:p>
          <a:p>
            <a:r>
              <a:rPr lang="en-US" sz="3600" b="1" dirty="0" smtClean="0"/>
              <a:t> </a:t>
            </a:r>
            <a:r>
              <a:rPr lang="en-US" sz="3600" b="1" dirty="0" err="1"/>
              <a:t>Masalmo</a:t>
            </a:r>
            <a:r>
              <a:rPr lang="en-US" sz="3600" b="1" dirty="0"/>
              <a:t> </a:t>
            </a:r>
            <a:r>
              <a:rPr lang="en-US" sz="3600" b="1" dirty="0" smtClean="0"/>
              <a:t>37:3</a:t>
            </a:r>
          </a:p>
          <a:p>
            <a:r>
              <a:rPr lang="en-US" sz="3600" b="1" dirty="0" smtClean="0"/>
              <a:t> </a:t>
            </a:r>
            <a:r>
              <a:rPr lang="en-US" sz="3600" b="1" dirty="0" err="1"/>
              <a:t>Yesaya</a:t>
            </a:r>
            <a:r>
              <a:rPr lang="en-US" sz="3600" b="1" dirty="0"/>
              <a:t> 65:13, 14.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99465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395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6819" y="4597691"/>
            <a:ext cx="8534400" cy="1787344"/>
          </a:xfrm>
        </p:spPr>
        <p:txBody>
          <a:bodyPr>
            <a:noAutofit/>
          </a:bodyPr>
          <a:lstStyle/>
          <a:p>
            <a:r>
              <a:rPr lang="en-US" sz="4000" b="1" cap="none" dirty="0" smtClean="0"/>
              <a:t>3. I can lose my job if I keep the </a:t>
            </a:r>
            <a:r>
              <a:rPr lang="en-US" sz="4000" b="1" cap="none" dirty="0" err="1" smtClean="0"/>
              <a:t>sabbath</a:t>
            </a:r>
            <a:r>
              <a:rPr lang="en-US" sz="4000" b="1" cap="none" dirty="0" smtClean="0"/>
              <a:t> or follow this truth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200" dirty="0" smtClean="0"/>
              <a:t> </a:t>
            </a:r>
            <a:r>
              <a:rPr lang="en-US" sz="3200" b="1" dirty="0" err="1"/>
              <a:t>Mateyu</a:t>
            </a:r>
            <a:r>
              <a:rPr lang="en-US" sz="3200" b="1" dirty="0"/>
              <a:t> 16:25, </a:t>
            </a:r>
            <a:r>
              <a:rPr lang="en-US" sz="3200" b="1" dirty="0" smtClean="0"/>
              <a:t>26</a:t>
            </a:r>
          </a:p>
          <a:p>
            <a:pPr lvl="0"/>
            <a:r>
              <a:rPr lang="en-US" sz="3200" b="1" dirty="0" smtClean="0"/>
              <a:t>I </a:t>
            </a:r>
            <a:r>
              <a:rPr lang="en-US" sz="3200" b="1" dirty="0" err="1"/>
              <a:t>Timoteo</a:t>
            </a:r>
            <a:r>
              <a:rPr lang="en-US" sz="3200" b="1" dirty="0"/>
              <a:t> 4:8, </a:t>
            </a:r>
            <a:r>
              <a:rPr lang="en-US" sz="3200" b="1" dirty="0" smtClean="0"/>
              <a:t>9</a:t>
            </a:r>
          </a:p>
          <a:p>
            <a:pPr lvl="0"/>
            <a:r>
              <a:rPr lang="en-US" sz="3200" b="1" dirty="0" smtClean="0"/>
              <a:t> </a:t>
            </a:r>
            <a:r>
              <a:rPr lang="en-US" sz="3200" b="1" dirty="0" err="1"/>
              <a:t>Masalmo</a:t>
            </a:r>
            <a:r>
              <a:rPr lang="en-US" sz="3200" b="1" dirty="0"/>
              <a:t> 119:119,127 </a:t>
            </a:r>
          </a:p>
          <a:p>
            <a:pPr lvl="0"/>
            <a:r>
              <a:rPr lang="en-US" sz="3200" b="1" dirty="0" smtClean="0"/>
              <a:t> </a:t>
            </a:r>
            <a:r>
              <a:rPr lang="en-US" sz="3200" b="1" dirty="0" err="1"/>
              <a:t>Yesaya</a:t>
            </a:r>
            <a:r>
              <a:rPr lang="en-US" sz="3200" b="1" dirty="0"/>
              <a:t> 51:7.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294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31" y="0"/>
            <a:ext cx="102475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96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4. It is hard to keep the seventh-day and follow this truth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600" b="1" dirty="0" err="1"/>
              <a:t>Mateyu</a:t>
            </a:r>
            <a:r>
              <a:rPr lang="en-US" sz="3600" b="1" dirty="0"/>
              <a:t> </a:t>
            </a:r>
            <a:r>
              <a:rPr lang="en-US" sz="3600" b="1" dirty="0" smtClean="0"/>
              <a:t>16:24</a:t>
            </a:r>
          </a:p>
          <a:p>
            <a:pPr lvl="0"/>
            <a:r>
              <a:rPr lang="en-US" sz="3600" b="1" dirty="0" err="1" smtClean="0"/>
              <a:t>Mateyu</a:t>
            </a:r>
            <a:r>
              <a:rPr lang="en-US" sz="3600" b="1" dirty="0" smtClean="0"/>
              <a:t> </a:t>
            </a:r>
            <a:r>
              <a:rPr lang="en-US" sz="3600" b="1" dirty="0"/>
              <a:t>10:38.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448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5. I am a great sinner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600" b="1" dirty="0"/>
              <a:t>Luka </a:t>
            </a:r>
            <a:r>
              <a:rPr lang="en-US" sz="3600" b="1" dirty="0" smtClean="0"/>
              <a:t>19:10</a:t>
            </a:r>
          </a:p>
          <a:p>
            <a:pPr lvl="0"/>
            <a:r>
              <a:rPr lang="en-US" sz="3600" b="1" dirty="0" err="1" smtClean="0"/>
              <a:t>Yesaya</a:t>
            </a:r>
            <a:r>
              <a:rPr lang="en-US" sz="3600" b="1" dirty="0" smtClean="0"/>
              <a:t> 1:18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/>
              <a:t>I </a:t>
            </a:r>
            <a:r>
              <a:rPr lang="en-US" sz="3600" b="1" dirty="0" err="1"/>
              <a:t>Timoteo</a:t>
            </a:r>
            <a:r>
              <a:rPr lang="en-US" sz="3600" b="1" dirty="0"/>
              <a:t> </a:t>
            </a:r>
            <a:r>
              <a:rPr lang="en-US" sz="3600" b="1" dirty="0" smtClean="0"/>
              <a:t>1:15</a:t>
            </a:r>
          </a:p>
          <a:p>
            <a:pPr lvl="0"/>
            <a:r>
              <a:rPr lang="en-US" sz="3600" b="1" dirty="0" err="1" smtClean="0"/>
              <a:t>Aheberi</a:t>
            </a:r>
            <a:r>
              <a:rPr lang="en-US" sz="3600" b="1" dirty="0" smtClean="0"/>
              <a:t> </a:t>
            </a:r>
            <a:r>
              <a:rPr lang="en-US" sz="3600" b="1" dirty="0"/>
              <a:t>7:25.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665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6. </a:t>
            </a:r>
            <a:r>
              <a:rPr lang="en-US" sz="4000" b="1" cap="none" dirty="0"/>
              <a:t>I</a:t>
            </a:r>
            <a:r>
              <a:rPr lang="en-US" sz="4000" b="1" cap="none" dirty="0" smtClean="0"/>
              <a:t> have got fear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 err="1"/>
              <a:t>Yesaya</a:t>
            </a:r>
            <a:r>
              <a:rPr lang="en-US" sz="3600" b="1" dirty="0"/>
              <a:t> 41:10, </a:t>
            </a:r>
            <a:r>
              <a:rPr lang="en-US" sz="3600" b="1" dirty="0" smtClean="0"/>
              <a:t>11</a:t>
            </a:r>
          </a:p>
          <a:p>
            <a:r>
              <a:rPr lang="en-US" sz="3600" b="1" dirty="0" smtClean="0"/>
              <a:t> </a:t>
            </a:r>
            <a:r>
              <a:rPr lang="en-US" sz="3600" b="1" dirty="0" err="1"/>
              <a:t>Deuteronomo</a:t>
            </a:r>
            <a:r>
              <a:rPr lang="en-US" sz="3600" b="1" dirty="0"/>
              <a:t> 31:6, 8.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67483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620" y="0"/>
            <a:ext cx="6258911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0" y="2601310"/>
            <a:ext cx="2916620" cy="228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 smtClean="0"/>
              <a:t>Mantha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ndi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atsogoleri</a:t>
            </a:r>
            <a:r>
              <a:rPr lang="en-US" sz="2800" b="1" dirty="0" smtClean="0"/>
              <a:t> a </a:t>
            </a:r>
            <a:r>
              <a:rPr lang="en-US" sz="2800" b="1" dirty="0" err="1" smtClean="0"/>
              <a:t>mpingo</a:t>
            </a:r>
            <a:r>
              <a:rPr lang="en-US" sz="2800" b="1" dirty="0" smtClean="0"/>
              <a:t> </a:t>
            </a:r>
            <a:endParaRPr lang="en-US" sz="2800" b="1" dirty="0"/>
          </a:p>
        </p:txBody>
      </p:sp>
      <p:sp>
        <p:nvSpPr>
          <p:cNvPr id="4" name="Oval 3"/>
          <p:cNvSpPr/>
          <p:nvPr/>
        </p:nvSpPr>
        <p:spPr>
          <a:xfrm>
            <a:off x="9175531" y="2601310"/>
            <a:ext cx="3016469" cy="228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 smtClean="0"/>
              <a:t>Mantha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ndi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makolo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05613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7. I cant follow this truth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600" b="1" dirty="0"/>
              <a:t>1 </a:t>
            </a:r>
            <a:r>
              <a:rPr lang="en-US" sz="3600" b="1" dirty="0" err="1" smtClean="0"/>
              <a:t>Akorinte</a:t>
            </a:r>
            <a:r>
              <a:rPr lang="en-US" sz="3600" b="1" dirty="0" smtClean="0"/>
              <a:t> </a:t>
            </a:r>
            <a:r>
              <a:rPr lang="en-US" sz="3600" b="1" dirty="0"/>
              <a:t>10:14, </a:t>
            </a:r>
            <a:r>
              <a:rPr lang="en-US" sz="3600" b="1" dirty="0" smtClean="0"/>
              <a:t>15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/>
              <a:t>2 </a:t>
            </a:r>
            <a:r>
              <a:rPr lang="en-US" sz="3600" b="1" dirty="0" err="1" smtClean="0"/>
              <a:t>Akorinte</a:t>
            </a:r>
            <a:r>
              <a:rPr lang="en-US" sz="3600" b="1" dirty="0" smtClean="0"/>
              <a:t> </a:t>
            </a:r>
            <a:r>
              <a:rPr lang="en-US" sz="3600" b="1" dirty="0"/>
              <a:t>12:8, </a:t>
            </a:r>
            <a:r>
              <a:rPr lang="en-US" sz="3600" b="1" dirty="0" smtClean="0"/>
              <a:t>9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 err="1"/>
              <a:t>Yohani</a:t>
            </a:r>
            <a:r>
              <a:rPr lang="en-US" sz="3600" b="1" dirty="0"/>
              <a:t> 1:12.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154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8. I am not good enough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600" dirty="0" smtClean="0"/>
              <a:t> </a:t>
            </a:r>
            <a:r>
              <a:rPr lang="en-US" sz="3600" b="1" dirty="0"/>
              <a:t>2 </a:t>
            </a:r>
            <a:r>
              <a:rPr lang="en-US" sz="3600" b="1" dirty="0" err="1" smtClean="0"/>
              <a:t>Akorinte</a:t>
            </a:r>
            <a:r>
              <a:rPr lang="en-US" sz="3600" b="1" dirty="0" smtClean="0"/>
              <a:t> 8:12</a:t>
            </a:r>
          </a:p>
          <a:p>
            <a:pPr lvl="0"/>
            <a:r>
              <a:rPr lang="en-US" sz="3600" b="1" dirty="0" err="1" smtClean="0"/>
              <a:t>Chibvumbulutso</a:t>
            </a:r>
            <a:r>
              <a:rPr lang="en-US" sz="3600" b="1" dirty="0" smtClean="0"/>
              <a:t> </a:t>
            </a:r>
            <a:r>
              <a:rPr lang="en-US" sz="3600" b="1" dirty="0"/>
              <a:t>3:8.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495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9. People will speak of me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600" b="1" dirty="0" err="1" smtClean="0"/>
              <a:t>Yohane</a:t>
            </a:r>
            <a:r>
              <a:rPr lang="en-US" sz="3600" b="1" dirty="0" smtClean="0"/>
              <a:t> </a:t>
            </a:r>
            <a:r>
              <a:rPr lang="en-US" sz="3600" b="1" dirty="0"/>
              <a:t>17: </a:t>
            </a:r>
            <a:r>
              <a:rPr lang="en-US" sz="3600" b="1" dirty="0" smtClean="0"/>
              <a:t>14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/>
              <a:t>Luka 6: 22, </a:t>
            </a:r>
            <a:r>
              <a:rPr lang="en-US" sz="3600" b="1" dirty="0" smtClean="0"/>
              <a:t>23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 err="1" smtClean="0"/>
              <a:t>Miyambo</a:t>
            </a:r>
            <a:r>
              <a:rPr lang="en-US" sz="3600" b="1" dirty="0" smtClean="0"/>
              <a:t> </a:t>
            </a:r>
            <a:r>
              <a:rPr lang="en-US" sz="3600" b="1" dirty="0"/>
              <a:t>29:25, 26.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4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10. </a:t>
            </a:r>
            <a:r>
              <a:rPr lang="en-US" sz="4000" b="1" cap="none" dirty="0"/>
              <a:t>M</a:t>
            </a:r>
            <a:r>
              <a:rPr lang="en-US" sz="4000" b="1" cap="none" dirty="0" smtClean="0"/>
              <a:t>y friends shall lough at me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600" b="1" dirty="0" err="1" smtClean="0"/>
              <a:t>Yohane</a:t>
            </a:r>
            <a:r>
              <a:rPr lang="en-US" sz="3600" b="1" dirty="0" smtClean="0"/>
              <a:t> </a:t>
            </a:r>
            <a:r>
              <a:rPr lang="en-US" sz="3600" b="1" dirty="0"/>
              <a:t>15: </a:t>
            </a:r>
            <a:r>
              <a:rPr lang="en-US" sz="3600" b="1" dirty="0" smtClean="0"/>
              <a:t>19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/>
              <a:t>Marko </a:t>
            </a:r>
            <a:r>
              <a:rPr lang="en-US" sz="3600" b="1" dirty="0" smtClean="0"/>
              <a:t>8:34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 err="1" smtClean="0"/>
              <a:t>Yakobo</a:t>
            </a:r>
            <a:r>
              <a:rPr lang="en-US" sz="3600" b="1" dirty="0" smtClean="0"/>
              <a:t> </a:t>
            </a:r>
            <a:r>
              <a:rPr lang="en-US" sz="3600" b="1" dirty="0"/>
              <a:t>4:4.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99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11. My father, mother, sisters, and relatives can oppose me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600" b="1" dirty="0" err="1" smtClean="0"/>
              <a:t>Mateyu</a:t>
            </a:r>
            <a:r>
              <a:rPr lang="en-US" sz="3600" b="1" dirty="0" smtClean="0"/>
              <a:t> </a:t>
            </a:r>
            <a:r>
              <a:rPr lang="en-US" sz="3600" b="1" dirty="0"/>
              <a:t>10:36, </a:t>
            </a:r>
            <a:r>
              <a:rPr lang="en-US" sz="3600" b="1" dirty="0" smtClean="0"/>
              <a:t>37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/>
              <a:t>Luka 14:26-27 </a:t>
            </a:r>
            <a:endParaRPr lang="en-US" sz="3600" b="1" dirty="0" smtClean="0"/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 err="1"/>
              <a:t>Masalmo</a:t>
            </a:r>
            <a:r>
              <a:rPr lang="en-US" sz="3600" b="1" dirty="0"/>
              <a:t> 27:10.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114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12. My leaders disallow me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600" dirty="0" smtClean="0"/>
              <a:t> </a:t>
            </a:r>
            <a:r>
              <a:rPr lang="en-US" sz="3600" b="1" dirty="0" err="1"/>
              <a:t>Machitidwe</a:t>
            </a:r>
            <a:r>
              <a:rPr lang="en-US" sz="3600" b="1" dirty="0"/>
              <a:t> </a:t>
            </a:r>
            <a:r>
              <a:rPr lang="en-US" sz="3600" b="1" dirty="0" smtClean="0"/>
              <a:t>4:19</a:t>
            </a:r>
          </a:p>
          <a:p>
            <a:pPr lvl="0"/>
            <a:r>
              <a:rPr lang="en-US" sz="3600" b="1" dirty="0" err="1" smtClean="0"/>
              <a:t>Machitidwe</a:t>
            </a:r>
            <a:r>
              <a:rPr lang="en-US" sz="3600" b="1" dirty="0" smtClean="0"/>
              <a:t> 5:29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 err="1"/>
              <a:t>Yoswa</a:t>
            </a:r>
            <a:r>
              <a:rPr lang="en-US" sz="3600" b="1" dirty="0"/>
              <a:t> 24:15 </a:t>
            </a:r>
            <a:endParaRPr lang="en-US" sz="3600" b="1" dirty="0" smtClean="0"/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/>
              <a:t>1 </a:t>
            </a:r>
            <a:r>
              <a:rPr lang="en-US" sz="3600" b="1" dirty="0" err="1" smtClean="0"/>
              <a:t>Atesalonika</a:t>
            </a:r>
            <a:r>
              <a:rPr lang="en-US" sz="3600" b="1" dirty="0" smtClean="0"/>
              <a:t> 4:7</a:t>
            </a:r>
            <a:r>
              <a:rPr lang="en-US" sz="3600" b="1" dirty="0"/>
              <a:t>, 8.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219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13. There is one thing I fail to leave it (beer, tobacco </a:t>
            </a:r>
            <a:r>
              <a:rPr lang="en-US" sz="4000" b="1" cap="none" dirty="0" err="1" smtClean="0"/>
              <a:t>etc</a:t>
            </a:r>
            <a:r>
              <a:rPr lang="en-US" sz="4000" b="1" cap="none" dirty="0" smtClean="0"/>
              <a:t>)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600" dirty="0" smtClean="0"/>
              <a:t> </a:t>
            </a:r>
            <a:r>
              <a:rPr lang="en-US" sz="3600" b="1" dirty="0" err="1"/>
              <a:t>Mateyu</a:t>
            </a:r>
            <a:r>
              <a:rPr lang="en-US" sz="3600" b="1" dirty="0"/>
              <a:t> </a:t>
            </a:r>
            <a:r>
              <a:rPr lang="en-US" sz="3600" b="1" dirty="0" smtClean="0"/>
              <a:t>19:20-22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 err="1"/>
              <a:t>Mateyu</a:t>
            </a:r>
            <a:r>
              <a:rPr lang="en-US" sz="3600" b="1" dirty="0"/>
              <a:t> </a:t>
            </a:r>
            <a:r>
              <a:rPr lang="en-US" sz="3600" b="1" dirty="0" smtClean="0"/>
              <a:t>6:24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/>
              <a:t>Luka 14:33.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29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14. As for today no, may be in the future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sz="3600" b="1" dirty="0" err="1" smtClean="0"/>
              <a:t>Miyambo</a:t>
            </a:r>
            <a:r>
              <a:rPr lang="en-US" sz="3600" b="1" dirty="0" smtClean="0"/>
              <a:t> 27:1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/>
              <a:t>2 </a:t>
            </a:r>
            <a:r>
              <a:rPr lang="en-US" sz="3600" b="1" dirty="0" err="1" smtClean="0"/>
              <a:t>Akorinte</a:t>
            </a:r>
            <a:r>
              <a:rPr lang="en-US" sz="3600" b="1" dirty="0" smtClean="0"/>
              <a:t> 6:2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 err="1"/>
              <a:t>Aheberi</a:t>
            </a:r>
            <a:r>
              <a:rPr lang="en-US" sz="3600" b="1" dirty="0"/>
              <a:t> </a:t>
            </a:r>
            <a:r>
              <a:rPr lang="en-US" sz="3600" b="1" dirty="0" smtClean="0"/>
              <a:t>3:13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 err="1"/>
              <a:t>Yesaya</a:t>
            </a:r>
            <a:r>
              <a:rPr lang="en-US" sz="3600" b="1" dirty="0"/>
              <a:t> </a:t>
            </a:r>
            <a:r>
              <a:rPr lang="en-US" sz="3600" b="1" dirty="0" smtClean="0"/>
              <a:t>55:6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/>
              <a:t>Genesis 6:3.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832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cap="none" dirty="0" smtClean="0"/>
              <a:t>15. </a:t>
            </a:r>
            <a:r>
              <a:rPr lang="en-US" b="1" cap="none" dirty="0"/>
              <a:t>I</a:t>
            </a:r>
            <a:r>
              <a:rPr lang="en-US" b="1" cap="none" dirty="0" smtClean="0"/>
              <a:t> wait for my husband or my wife that we should start together</a:t>
            </a:r>
            <a:endParaRPr lang="en-US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600" dirty="0" smtClean="0"/>
              <a:t> </a:t>
            </a:r>
            <a:r>
              <a:rPr lang="en-US" sz="3600" b="1" dirty="0" err="1"/>
              <a:t>Ezekieli</a:t>
            </a:r>
            <a:r>
              <a:rPr lang="en-US" sz="3600" b="1" dirty="0"/>
              <a:t> </a:t>
            </a:r>
            <a:r>
              <a:rPr lang="en-US" sz="3600" b="1" dirty="0" smtClean="0"/>
              <a:t>14:20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 err="1"/>
              <a:t>Ezekieli</a:t>
            </a:r>
            <a:r>
              <a:rPr lang="en-US" sz="3600" b="1" dirty="0"/>
              <a:t> 18:20, 21 </a:t>
            </a:r>
            <a:endParaRPr lang="en-US" sz="3600" b="1" dirty="0" smtClean="0"/>
          </a:p>
          <a:p>
            <a:pPr lvl="0"/>
            <a:r>
              <a:rPr lang="en-US" sz="3600" b="1" dirty="0" smtClean="0"/>
              <a:t>Aroma </a:t>
            </a:r>
            <a:r>
              <a:rPr lang="en-US" sz="3600" b="1" dirty="0"/>
              <a:t>14:12.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353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16. You are late I waited for a long time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600" dirty="0" err="1" smtClean="0"/>
              <a:t>Ezekieli</a:t>
            </a:r>
            <a:r>
              <a:rPr lang="en-US" sz="3600" dirty="0" smtClean="0"/>
              <a:t> 33:19</a:t>
            </a:r>
          </a:p>
          <a:p>
            <a:pPr lvl="0"/>
            <a:r>
              <a:rPr lang="en-US" sz="3600" dirty="0" smtClean="0"/>
              <a:t> </a:t>
            </a:r>
            <a:r>
              <a:rPr lang="en-US" sz="3600" dirty="0" err="1" smtClean="0"/>
              <a:t>Yohane</a:t>
            </a:r>
            <a:r>
              <a:rPr lang="en-US" sz="3600" dirty="0" smtClean="0"/>
              <a:t> 6:37</a:t>
            </a:r>
          </a:p>
          <a:p>
            <a:pPr lvl="0"/>
            <a:r>
              <a:rPr lang="en-US" sz="3600" dirty="0" smtClean="0"/>
              <a:t> </a:t>
            </a:r>
            <a:r>
              <a:rPr lang="en-US" sz="3600" dirty="0"/>
              <a:t>Aroma 10:13.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520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17. I tried at first to follow this truth but </a:t>
            </a:r>
            <a:r>
              <a:rPr lang="en-US" sz="4000" b="1" cap="none" dirty="0"/>
              <a:t>I</a:t>
            </a:r>
            <a:r>
              <a:rPr lang="en-US" sz="4000" b="1" cap="none" dirty="0" smtClean="0"/>
              <a:t> failed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600" dirty="0" smtClean="0"/>
              <a:t> </a:t>
            </a:r>
            <a:r>
              <a:rPr lang="en-US" sz="3600" b="1" dirty="0"/>
              <a:t>2 </a:t>
            </a:r>
            <a:r>
              <a:rPr lang="en-US" sz="3600" b="1" dirty="0" err="1"/>
              <a:t>Timoteo</a:t>
            </a:r>
            <a:r>
              <a:rPr lang="en-US" sz="3600" b="1" dirty="0"/>
              <a:t> </a:t>
            </a:r>
            <a:r>
              <a:rPr lang="en-US" sz="3600" b="1" dirty="0" smtClean="0"/>
              <a:t>1:12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/>
              <a:t>Aroma 4:21 </a:t>
            </a:r>
            <a:endParaRPr lang="en-US" sz="3600" b="1" dirty="0" smtClean="0"/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 err="1"/>
              <a:t>Yeremiya</a:t>
            </a:r>
            <a:r>
              <a:rPr lang="en-US" sz="3600" b="1" dirty="0"/>
              <a:t> 8:4-6.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524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18. How can I know that my sins have been forgiven?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600" b="1" dirty="0" smtClean="0"/>
              <a:t>1 </a:t>
            </a:r>
            <a:r>
              <a:rPr lang="en-US" sz="3600" b="1" dirty="0" err="1" smtClean="0"/>
              <a:t>Yohane</a:t>
            </a:r>
            <a:r>
              <a:rPr lang="en-US" sz="3600" b="1" dirty="0" smtClean="0"/>
              <a:t> 1:8,9</a:t>
            </a:r>
          </a:p>
          <a:p>
            <a:pPr lvl="0"/>
            <a:r>
              <a:rPr lang="en-US" sz="3600" b="1" dirty="0" err="1" smtClean="0"/>
              <a:t>Miyambo</a:t>
            </a:r>
            <a:r>
              <a:rPr lang="en-US" sz="3600" b="1" dirty="0" smtClean="0"/>
              <a:t> </a:t>
            </a:r>
            <a:r>
              <a:rPr lang="en-US" sz="3600" b="1" dirty="0"/>
              <a:t>28:13.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87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Y-25-0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2085833" y="1752600"/>
            <a:ext cx="4572000" cy="2308324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600" b="1" dirty="0" smtClean="0">
                <a:solidFill>
                  <a:schemeClr val="tx2"/>
                </a:solidFill>
              </a:rPr>
              <a:t>NDINGADZIWE BWANJI KUTI MACHIMO ANGA AKHULULUKIDWA?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95815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19. </a:t>
            </a:r>
            <a:r>
              <a:rPr lang="en-US" sz="4000" b="1" cap="none" dirty="0"/>
              <a:t>I</a:t>
            </a:r>
            <a:r>
              <a:rPr lang="en-US" sz="4000" b="1" cap="none" dirty="0" smtClean="0"/>
              <a:t> am </a:t>
            </a:r>
            <a:r>
              <a:rPr lang="en-US" sz="4000" b="1" cap="none" dirty="0" err="1" smtClean="0"/>
              <a:t>atleast</a:t>
            </a:r>
            <a:r>
              <a:rPr lang="en-US" sz="4000" b="1" cap="none" dirty="0" smtClean="0"/>
              <a:t> better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600" dirty="0" smtClean="0"/>
              <a:t> </a:t>
            </a:r>
            <a:r>
              <a:rPr lang="en-US" sz="3600" b="1" dirty="0" err="1" smtClean="0"/>
              <a:t>Yohane</a:t>
            </a:r>
            <a:r>
              <a:rPr lang="en-US" sz="3600" b="1" dirty="0" smtClean="0"/>
              <a:t> 3:18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/>
              <a:t>Aroma 3</a:t>
            </a:r>
            <a:r>
              <a:rPr lang="en-US" sz="3600" b="1" dirty="0" smtClean="0"/>
              <a:t>: 10, 23</a:t>
            </a:r>
            <a:r>
              <a:rPr lang="en-US" sz="3600" b="1" dirty="0"/>
              <a:t>.</a:t>
            </a:r>
            <a:r>
              <a:rPr lang="en-US" sz="3600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514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20. God is love we shall be saved 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600" b="1" dirty="0" smtClean="0"/>
              <a:t>Luka 13:3-5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/>
              <a:t>2 Petro 2:4-6.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422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4487332"/>
            <a:ext cx="8869691" cy="1507067"/>
          </a:xfrm>
        </p:spPr>
        <p:txBody>
          <a:bodyPr>
            <a:noAutofit/>
          </a:bodyPr>
          <a:lstStyle/>
          <a:p>
            <a:r>
              <a:rPr lang="en-US" sz="4000" b="1" cap="none" dirty="0" smtClean="0"/>
              <a:t>21. There are too many hypocrites in the church I cannot enter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 </a:t>
            </a:r>
            <a:r>
              <a:rPr lang="en-US" sz="3600" b="1" dirty="0" err="1"/>
              <a:t>Mateyu</a:t>
            </a:r>
            <a:r>
              <a:rPr lang="en-US" sz="3600" b="1" dirty="0"/>
              <a:t> </a:t>
            </a:r>
            <a:r>
              <a:rPr lang="en-US" sz="3600" b="1" dirty="0" smtClean="0"/>
              <a:t>7:1-5</a:t>
            </a:r>
          </a:p>
          <a:p>
            <a:pPr lvl="0"/>
            <a:r>
              <a:rPr lang="en-US" sz="3600" b="1" dirty="0" smtClean="0"/>
              <a:t>Aroma </a:t>
            </a:r>
            <a:r>
              <a:rPr lang="en-US" sz="3600" b="1" dirty="0"/>
              <a:t>14:12</a:t>
            </a:r>
            <a:r>
              <a:rPr lang="en-US" sz="36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22. I cannot leave my friends and my relatives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600" dirty="0" smtClean="0"/>
              <a:t> </a:t>
            </a:r>
            <a:r>
              <a:rPr lang="en-US" sz="3600" b="1" dirty="0" err="1" smtClean="0"/>
              <a:t>Eksodo</a:t>
            </a:r>
            <a:r>
              <a:rPr lang="en-US" sz="3600" b="1" dirty="0" smtClean="0"/>
              <a:t> 23:2</a:t>
            </a:r>
          </a:p>
          <a:p>
            <a:pPr lvl="0"/>
            <a:r>
              <a:rPr lang="en-US" sz="3600" b="1" dirty="0" smtClean="0"/>
              <a:t>Luka 14:26, 27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87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301067"/>
            <a:ext cx="8534400" cy="1752892"/>
          </a:xfrm>
        </p:spPr>
        <p:txBody>
          <a:bodyPr>
            <a:normAutofit fontScale="90000"/>
          </a:bodyPr>
          <a:lstStyle/>
          <a:p>
            <a:r>
              <a:rPr lang="en-US" sz="4400" b="1" dirty="0" smtClean="0"/>
              <a:t>23</a:t>
            </a:r>
            <a:r>
              <a:rPr lang="en-US" sz="4400" b="1" cap="none" dirty="0" smtClean="0"/>
              <a:t>. It is not good to enter the church because to be a </a:t>
            </a:r>
            <a:r>
              <a:rPr lang="en-US" sz="4400" b="1" cap="none" dirty="0" err="1" smtClean="0"/>
              <a:t>christian</a:t>
            </a:r>
            <a:r>
              <a:rPr lang="en-US" sz="4400" b="1" cap="none" dirty="0" smtClean="0"/>
              <a:t> is your heart</a:t>
            </a:r>
            <a:endParaRPr lang="en-US" sz="44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457200"/>
            <a:ext cx="9106174" cy="3843867"/>
          </a:xfrm>
        </p:spPr>
        <p:txBody>
          <a:bodyPr>
            <a:normAutofit lnSpcReduction="10000"/>
          </a:bodyPr>
          <a:lstStyle/>
          <a:p>
            <a:pPr lvl="0" algn="just"/>
            <a:r>
              <a:rPr lang="en-US" sz="3200" dirty="0" smtClean="0">
                <a:solidFill>
                  <a:schemeClr val="accent2"/>
                </a:solidFill>
              </a:rPr>
              <a:t> </a:t>
            </a:r>
            <a:r>
              <a:rPr lang="en-US" sz="3200" b="1" dirty="0" err="1" smtClean="0">
                <a:solidFill>
                  <a:schemeClr val="accent2"/>
                </a:solidFill>
              </a:rPr>
              <a:t>Machitidwe</a:t>
            </a:r>
            <a:r>
              <a:rPr lang="en-US" sz="3200" b="1" dirty="0" smtClean="0">
                <a:solidFill>
                  <a:schemeClr val="accent2"/>
                </a:solidFill>
              </a:rPr>
              <a:t> 2:46, 47. </a:t>
            </a:r>
            <a:r>
              <a:rPr lang="en-US" sz="3200" b="1" dirty="0" smtClean="0"/>
              <a:t>“</a:t>
            </a:r>
            <a:r>
              <a:rPr lang="en-US" sz="3200" b="1" dirty="0" err="1" smtClean="0"/>
              <a:t>Ndipo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tsiku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ndi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tsiku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anali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cikhalire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ndi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mtima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umodzi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m’Kacisi</a:t>
            </a:r>
            <a:r>
              <a:rPr lang="en-US" sz="3200" b="1" dirty="0" smtClean="0"/>
              <a:t>, </a:t>
            </a:r>
            <a:r>
              <a:rPr lang="en-US" sz="3200" b="1" dirty="0" err="1" smtClean="0"/>
              <a:t>ndipo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ananyema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mkate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kunyumba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kwao</a:t>
            </a:r>
            <a:r>
              <a:rPr lang="en-US" sz="3200" b="1" dirty="0" smtClean="0"/>
              <a:t>, </a:t>
            </a:r>
            <a:r>
              <a:rPr lang="en-US" sz="3200" b="1" dirty="0" err="1" smtClean="0"/>
              <a:t>nalandira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cakudya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ndi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msangalalo</a:t>
            </a:r>
            <a:r>
              <a:rPr lang="en-US" sz="3200" b="1" dirty="0" smtClean="0"/>
              <a:t>, </a:t>
            </a:r>
            <a:r>
              <a:rPr lang="en-US" sz="3200" b="1" dirty="0" err="1" smtClean="0"/>
              <a:t>ndi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mtima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woona</a:t>
            </a:r>
            <a:r>
              <a:rPr lang="en-US" sz="3200" b="1" dirty="0" smtClean="0"/>
              <a:t>; 47 </a:t>
            </a:r>
            <a:r>
              <a:rPr lang="en-US" sz="3200" b="1" dirty="0" err="1" smtClean="0"/>
              <a:t>nalemekeza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Mulungu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ndi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kukhala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naco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cisomo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ndi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anthu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onse</a:t>
            </a:r>
            <a:r>
              <a:rPr lang="en-US" sz="3200" b="1" dirty="0" smtClean="0"/>
              <a:t>. </a:t>
            </a:r>
            <a:r>
              <a:rPr lang="en-US" sz="3200" b="1" dirty="0" err="1" smtClean="0"/>
              <a:t>Ndipo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Ambuye</a:t>
            </a:r>
            <a:r>
              <a:rPr lang="en-US" sz="3200" b="1" dirty="0" smtClean="0"/>
              <a:t> </a:t>
            </a:r>
            <a:r>
              <a:rPr lang="en-US" sz="3200" b="1" u="sng" dirty="0" err="1" smtClean="0">
                <a:solidFill>
                  <a:schemeClr val="accent2"/>
                </a:solidFill>
              </a:rPr>
              <a:t>anawawonjezera</a:t>
            </a:r>
            <a:r>
              <a:rPr lang="en-US" sz="3200" b="1" u="sng" dirty="0" smtClean="0">
                <a:solidFill>
                  <a:schemeClr val="accent2"/>
                </a:solidFill>
              </a:rPr>
              <a:t> </a:t>
            </a:r>
            <a:r>
              <a:rPr lang="en-US" sz="3200" b="1" u="sng" dirty="0" err="1" smtClean="0">
                <a:solidFill>
                  <a:schemeClr val="accent2"/>
                </a:solidFill>
              </a:rPr>
              <a:t>tsiku</a:t>
            </a:r>
            <a:r>
              <a:rPr lang="en-US" sz="3200" b="1" u="sng" dirty="0" smtClean="0">
                <a:solidFill>
                  <a:schemeClr val="accent2"/>
                </a:solidFill>
              </a:rPr>
              <a:t> </a:t>
            </a:r>
            <a:r>
              <a:rPr lang="en-US" sz="3200" b="1" u="sng" dirty="0" err="1" smtClean="0">
                <a:solidFill>
                  <a:schemeClr val="accent2"/>
                </a:solidFill>
              </a:rPr>
              <a:t>ndi</a:t>
            </a:r>
            <a:r>
              <a:rPr lang="en-US" sz="3200" b="1" u="sng" dirty="0" smtClean="0">
                <a:solidFill>
                  <a:schemeClr val="accent2"/>
                </a:solidFill>
              </a:rPr>
              <a:t> </a:t>
            </a:r>
            <a:r>
              <a:rPr lang="en-US" sz="3200" b="1" u="sng" dirty="0" err="1" smtClean="0">
                <a:solidFill>
                  <a:schemeClr val="accent2"/>
                </a:solidFill>
              </a:rPr>
              <a:t>tsiku</a:t>
            </a:r>
            <a:r>
              <a:rPr lang="en-US" sz="3200" b="1" u="sng" dirty="0" smtClean="0">
                <a:solidFill>
                  <a:schemeClr val="accent2"/>
                </a:solidFill>
              </a:rPr>
              <a:t> </a:t>
            </a:r>
            <a:r>
              <a:rPr lang="en-US" sz="3200" b="1" u="sng" dirty="0" err="1" smtClean="0">
                <a:solidFill>
                  <a:schemeClr val="accent2"/>
                </a:solidFill>
              </a:rPr>
              <a:t>akuti</a:t>
            </a:r>
            <a:r>
              <a:rPr lang="en-US" sz="3200" b="1" u="sng" dirty="0" smtClean="0">
                <a:solidFill>
                  <a:schemeClr val="accent2"/>
                </a:solidFill>
              </a:rPr>
              <a:t> </a:t>
            </a:r>
            <a:r>
              <a:rPr lang="en-US" sz="3200" b="1" u="sng" dirty="0" err="1" smtClean="0">
                <a:solidFill>
                  <a:schemeClr val="accent2"/>
                </a:solidFill>
              </a:rPr>
              <a:t>apulumutsidwe</a:t>
            </a:r>
            <a:r>
              <a:rPr lang="en-US" sz="3200" b="1" u="sng" dirty="0" smtClean="0">
                <a:solidFill>
                  <a:schemeClr val="accent2"/>
                </a:solidFill>
              </a:rPr>
              <a:t>.</a:t>
            </a:r>
            <a:endParaRPr lang="en-US" sz="3200" u="sng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081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24. I am too old to change my life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sz="3600" b="1" dirty="0" smtClean="0">
                <a:solidFill>
                  <a:schemeClr val="accent2"/>
                </a:solidFill>
              </a:rPr>
              <a:t>Genesis 12:1, 4 </a:t>
            </a:r>
            <a:r>
              <a:rPr lang="en-US" sz="3600" b="1" dirty="0" smtClean="0"/>
              <a:t>“</a:t>
            </a:r>
            <a:r>
              <a:rPr lang="en-US" sz="3600" b="1" dirty="0" err="1" smtClean="0"/>
              <a:t>Ndipo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Abramu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anali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wa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zaka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makumi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asanu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ndi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awiri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kudza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zisanu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pamene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anaturuka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m’Harana</a:t>
            </a:r>
            <a:r>
              <a:rPr lang="en-US" sz="3600" b="1" dirty="0" smtClean="0"/>
              <a:t>.” (75)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2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292" y="0"/>
            <a:ext cx="10058398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57655" y="1773620"/>
            <a:ext cx="898636" cy="33107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 smtClean="0"/>
              <a:t>Abrahamu</a:t>
            </a:r>
            <a:endParaRPr lang="en-US" sz="3200" dirty="0"/>
          </a:p>
        </p:txBody>
      </p:sp>
      <p:sp>
        <p:nvSpPr>
          <p:cNvPr id="4" name="Oval 3"/>
          <p:cNvSpPr/>
          <p:nvPr/>
        </p:nvSpPr>
        <p:spPr>
          <a:xfrm>
            <a:off x="11114690" y="1773620"/>
            <a:ext cx="1077310" cy="33107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Sarai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84126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cap="none" dirty="0" smtClean="0"/>
              <a:t>25. I will wait until the Holy </a:t>
            </a:r>
            <a:r>
              <a:rPr lang="en-US" sz="4000" b="1" cap="none" dirty="0"/>
              <a:t>S</a:t>
            </a:r>
            <a:r>
              <a:rPr lang="en-US" sz="4000" b="1" cap="none" dirty="0" smtClean="0"/>
              <a:t>pirit falls upon me and is when </a:t>
            </a:r>
            <a:r>
              <a:rPr lang="en-US" sz="4000" b="1" cap="none" dirty="0"/>
              <a:t>I</a:t>
            </a:r>
            <a:r>
              <a:rPr lang="en-US" sz="4000" b="1" cap="none" dirty="0" smtClean="0"/>
              <a:t> will follow the truth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 </a:t>
            </a:r>
            <a:r>
              <a:rPr lang="en-US" sz="3600" b="1" dirty="0" err="1">
                <a:solidFill>
                  <a:schemeClr val="accent2"/>
                </a:solidFill>
              </a:rPr>
              <a:t>Mateyu</a:t>
            </a:r>
            <a:r>
              <a:rPr lang="en-US" sz="3600" b="1" dirty="0">
                <a:solidFill>
                  <a:schemeClr val="accent2"/>
                </a:solidFill>
              </a:rPr>
              <a:t> 25:1-</a:t>
            </a:r>
            <a:r>
              <a:rPr lang="en-US" sz="3600" dirty="0">
                <a:solidFill>
                  <a:schemeClr val="accent2"/>
                </a:solidFill>
              </a:rPr>
              <a:t>13</a:t>
            </a:r>
            <a:r>
              <a:rPr lang="en-US" sz="3600" dirty="0" smtClean="0"/>
              <a:t>. </a:t>
            </a:r>
            <a:r>
              <a:rPr lang="en-US" sz="3600" dirty="0" err="1" smtClean="0"/>
              <a:t>Anamwali</a:t>
            </a:r>
            <a:r>
              <a:rPr lang="en-US" sz="3600" dirty="0" smtClean="0"/>
              <a:t> </a:t>
            </a:r>
            <a:r>
              <a:rPr lang="en-US" sz="3600" dirty="0" err="1" smtClean="0"/>
              <a:t>asanu</a:t>
            </a:r>
            <a:r>
              <a:rPr lang="en-US" sz="3600" dirty="0" smtClean="0"/>
              <a:t> </a:t>
            </a:r>
            <a:r>
              <a:rPr lang="en-US" sz="3600" dirty="0" err="1" smtClean="0"/>
              <a:t>opusa</a:t>
            </a:r>
            <a:r>
              <a:rPr lang="en-US" sz="3600" dirty="0" smtClean="0"/>
              <a:t> </a:t>
            </a:r>
            <a:r>
              <a:rPr lang="en-US" sz="3600" dirty="0" err="1" smtClean="0"/>
              <a:t>analephera</a:t>
            </a:r>
            <a:r>
              <a:rPr lang="en-US" sz="3600" dirty="0" smtClean="0"/>
              <a:t> </a:t>
            </a:r>
            <a:r>
              <a:rPr lang="en-US" sz="3600" dirty="0" err="1" smtClean="0"/>
              <a:t>kulandira</a:t>
            </a:r>
            <a:r>
              <a:rPr lang="en-US" sz="3600" dirty="0" smtClean="0"/>
              <a:t> </a:t>
            </a:r>
            <a:r>
              <a:rPr lang="en-US" sz="3600" dirty="0" err="1" smtClean="0"/>
              <a:t>mkwati</a:t>
            </a:r>
            <a:r>
              <a:rPr lang="en-US" sz="3600" dirty="0" smtClean="0"/>
              <a:t> </a:t>
            </a:r>
            <a:r>
              <a:rPr lang="en-US" sz="3600" dirty="0" err="1" smtClean="0"/>
              <a:t>chifukwa</a:t>
            </a:r>
            <a:r>
              <a:rPr lang="en-US" sz="3600" dirty="0" smtClean="0"/>
              <a:t> cha </a:t>
            </a:r>
            <a:r>
              <a:rPr lang="en-US" sz="3600" dirty="0" err="1" smtClean="0"/>
              <a:t>kuchedwa</a:t>
            </a:r>
            <a:r>
              <a:rPr lang="en-US" sz="3600" dirty="0" smtClean="0"/>
              <a:t>.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906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26. I can leave so many things if </a:t>
            </a:r>
            <a:r>
              <a:rPr lang="en-US" sz="4000" b="1" cap="none" dirty="0"/>
              <a:t>I</a:t>
            </a:r>
            <a:r>
              <a:rPr lang="en-US" sz="4000" b="1" cap="none" dirty="0" smtClean="0"/>
              <a:t> follow this truth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 smtClean="0"/>
              <a:t> </a:t>
            </a:r>
            <a:r>
              <a:rPr lang="en-US" sz="3600" b="1" dirty="0"/>
              <a:t>Luke </a:t>
            </a:r>
            <a:r>
              <a:rPr lang="en-US" sz="3600" b="1" dirty="0" smtClean="0"/>
              <a:t>14:33</a:t>
            </a:r>
          </a:p>
          <a:p>
            <a:pPr marL="0" lvl="0" indent="0">
              <a:buNone/>
            </a:pPr>
            <a:r>
              <a:rPr lang="en-US" sz="3600" b="1" dirty="0"/>
              <a:t> </a:t>
            </a:r>
            <a:r>
              <a:rPr lang="en-US" sz="3600" b="1" dirty="0" smtClean="0"/>
              <a:t>Philip 3: 7,8</a:t>
            </a:r>
          </a:p>
          <a:p>
            <a:pPr marL="0" lvl="0" indent="0">
              <a:buNone/>
            </a:pPr>
            <a:r>
              <a:rPr lang="en-US" sz="3600" b="1" dirty="0" smtClean="0"/>
              <a:t> </a:t>
            </a:r>
            <a:r>
              <a:rPr lang="en-US" sz="3600" b="1" dirty="0" err="1"/>
              <a:t>Mlaliki</a:t>
            </a:r>
            <a:r>
              <a:rPr lang="en-US" sz="3600" b="1" dirty="0"/>
              <a:t> 11:9 </a:t>
            </a:r>
            <a:endParaRPr lang="en-US" sz="3600" b="1" dirty="0" smtClean="0"/>
          </a:p>
          <a:p>
            <a:pPr marL="0" lvl="0" indent="0">
              <a:buNone/>
            </a:pPr>
            <a:r>
              <a:rPr lang="en-US" sz="3600" b="1" dirty="0" smtClean="0"/>
              <a:t> </a:t>
            </a:r>
            <a:r>
              <a:rPr lang="en-US" sz="3600" b="1" dirty="0" err="1"/>
              <a:t>Mateyu</a:t>
            </a:r>
            <a:r>
              <a:rPr lang="en-US" sz="3600" b="1" dirty="0"/>
              <a:t> 6:24.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20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27. </a:t>
            </a:r>
            <a:r>
              <a:rPr lang="en-US" sz="4000" b="1" cap="none" dirty="0"/>
              <a:t>I</a:t>
            </a:r>
            <a:r>
              <a:rPr lang="en-US" sz="4000" b="1" cap="none" dirty="0" smtClean="0"/>
              <a:t> cannot manage to follow this truth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600" b="1" dirty="0" err="1" smtClean="0"/>
              <a:t>Yohane</a:t>
            </a:r>
            <a:r>
              <a:rPr lang="en-US" sz="3600" b="1" dirty="0" smtClean="0"/>
              <a:t> 1:12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/>
              <a:t>1 Petro </a:t>
            </a:r>
            <a:r>
              <a:rPr lang="en-US" sz="3600" b="1" dirty="0" smtClean="0"/>
              <a:t>5:10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 err="1"/>
              <a:t>Afilipi</a:t>
            </a:r>
            <a:r>
              <a:rPr lang="en-US" sz="3600" b="1" dirty="0"/>
              <a:t> 1:6.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24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28. Your church has few people </a:t>
            </a:r>
            <a:r>
              <a:rPr lang="en-US" sz="4000" b="1" cap="none" dirty="0"/>
              <a:t>I</a:t>
            </a:r>
            <a:r>
              <a:rPr lang="en-US" sz="4000" b="1" cap="none" dirty="0" smtClean="0"/>
              <a:t> cannot enter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600" dirty="0" smtClean="0"/>
              <a:t> </a:t>
            </a:r>
            <a:r>
              <a:rPr lang="en-US" sz="3600" b="1" dirty="0" err="1"/>
              <a:t>Mateyu</a:t>
            </a:r>
            <a:r>
              <a:rPr lang="en-US" sz="3600" b="1" dirty="0"/>
              <a:t> </a:t>
            </a:r>
            <a:r>
              <a:rPr lang="en-US" sz="3600" b="1" dirty="0" smtClean="0"/>
              <a:t>22:14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 err="1"/>
              <a:t>Mateyu</a:t>
            </a:r>
            <a:r>
              <a:rPr lang="en-US" sz="3600" b="1" dirty="0"/>
              <a:t> </a:t>
            </a:r>
            <a:r>
              <a:rPr lang="en-US" sz="3600" b="1" dirty="0" smtClean="0"/>
              <a:t>7:13,14</a:t>
            </a:r>
          </a:p>
          <a:p>
            <a:pPr lvl="0"/>
            <a:r>
              <a:rPr lang="en-US" sz="3600" b="1" dirty="0" smtClean="0"/>
              <a:t> </a:t>
            </a:r>
            <a:r>
              <a:rPr lang="en-US" sz="3600" b="1" dirty="0" err="1"/>
              <a:t>Eksodo</a:t>
            </a:r>
            <a:r>
              <a:rPr lang="en-US" sz="3600" b="1" dirty="0"/>
              <a:t> 23:2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84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84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 smtClean="0"/>
              <a:t>29. There is no difference between Saturday and Sunday</a:t>
            </a:r>
            <a:endParaRPr lang="en-US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4000" dirty="0" smtClean="0"/>
              <a:t> </a:t>
            </a:r>
            <a:r>
              <a:rPr lang="en-US" sz="4000" b="1" dirty="0" err="1"/>
              <a:t>Ezekieli</a:t>
            </a:r>
            <a:r>
              <a:rPr lang="en-US" sz="4000" b="1" dirty="0"/>
              <a:t> </a:t>
            </a:r>
            <a:r>
              <a:rPr lang="en-US" sz="4000" b="1" dirty="0" smtClean="0"/>
              <a:t>22:26</a:t>
            </a:r>
          </a:p>
          <a:p>
            <a:pPr lvl="0"/>
            <a:r>
              <a:rPr lang="en-US" sz="4000" b="1" dirty="0" smtClean="0"/>
              <a:t> </a:t>
            </a:r>
            <a:r>
              <a:rPr lang="en-US" sz="4000" b="1" dirty="0" err="1"/>
              <a:t>Levitiko</a:t>
            </a:r>
            <a:r>
              <a:rPr lang="en-US" sz="4000" b="1" dirty="0"/>
              <a:t> 10:10.</a:t>
            </a:r>
            <a:endParaRPr lang="en-US" sz="4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925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6" name="Picture 2" descr="K-11-012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943100" y="5029200"/>
            <a:ext cx="830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  <a:latin typeface="Georgia" pitchFamily="18" charset="0"/>
              </a:rPr>
              <a:t>Wakalirongora</a:t>
            </a:r>
            <a:r>
              <a:rPr lang="en-US" sz="4000" b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  <a:latin typeface="Georgia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  <a:latin typeface="Georgia" pitchFamily="18" charset="0"/>
              </a:rPr>
              <a:t>yekha</a:t>
            </a:r>
            <a:endParaRPr lang="en-US" sz="4000" b="1" dirty="0">
              <a:solidFill>
                <a:schemeClr val="bg1"/>
              </a:solidFill>
              <a:effectLst>
                <a:glow rad="101600">
                  <a:schemeClr val="tx1">
                    <a:alpha val="60000"/>
                  </a:schemeClr>
                </a:glow>
              </a:effectLst>
              <a:latin typeface="Georgia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387365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/>
            </a:r>
            <a:br>
              <a:rPr lang="en-US" sz="5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</a:br>
            <a:r>
              <a:rPr lang="en-US" sz="4400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Zuwa</a:t>
            </a:r>
            <a:r>
              <a:rPr 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la </a:t>
            </a:r>
            <a:r>
              <a:rPr lang="en-US" sz="4400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chinkhonde</a:t>
            </a:r>
            <a:r>
              <a:rPr 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r>
              <a:rPr lang="en-US" sz="4400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na</a:t>
            </a:r>
            <a:r>
              <a:rPr 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r>
              <a:rPr lang="en-US" sz="4400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chiwiri</a:t>
            </a:r>
            <a:r>
              <a:rPr lang="en-US" sz="5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/>
            </a:r>
            <a:br>
              <a:rPr lang="en-US" sz="5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</a:br>
            <a:endParaRPr lang="en-US" sz="54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816568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600" b="1" dirty="0" smtClean="0">
                <a:solidFill>
                  <a:srgbClr val="C00000"/>
                </a:solidFill>
              </a:rPr>
              <a:t>1 </a:t>
            </a:r>
            <a:r>
              <a:rPr lang="en-US" sz="3600" b="1" dirty="0" err="1" smtClean="0">
                <a:solidFill>
                  <a:srgbClr val="C00000"/>
                </a:solidFill>
              </a:rPr>
              <a:t>Yohane</a:t>
            </a:r>
            <a:r>
              <a:rPr lang="en-US" sz="3600" b="1" dirty="0" smtClean="0">
                <a:solidFill>
                  <a:srgbClr val="C00000"/>
                </a:solidFill>
              </a:rPr>
              <a:t> 2:4,6 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“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Iye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wakunena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kuti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,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Ndimudziwa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Iye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,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koma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wosasunga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malamulo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 ace,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ali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wabodza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,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ndipo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mwa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iye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mulibe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coonadi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; </a:t>
            </a:r>
            <a:r>
              <a:rPr lang="en-US" sz="3600" b="1" dirty="0" err="1">
                <a:solidFill>
                  <a:schemeClr val="accent1"/>
                </a:solidFill>
                <a:latin typeface="Candara" panose="020E0502030303020204" pitchFamily="34" charset="0"/>
              </a:rPr>
              <a:t>i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ye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wakunena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kuti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akhala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mwa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Iye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,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ayeneranso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mwini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wace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kuyenda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monga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anayenda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1"/>
                </a:solidFill>
                <a:latin typeface="Candara" panose="020E0502030303020204" pitchFamily="34" charset="0"/>
              </a:rPr>
              <a:t>Iyeyu</a:t>
            </a:r>
            <a:r>
              <a:rPr lang="en-US" sz="3600" b="1" dirty="0" smtClean="0">
                <a:solidFill>
                  <a:schemeClr val="accent1"/>
                </a:solidFill>
                <a:latin typeface="Candara" panose="020E0502030303020204" pitchFamily="34" charset="0"/>
              </a:rPr>
              <a:t>.”</a:t>
            </a:r>
            <a:endParaRPr lang="en-US" sz="3600" b="1" dirty="0">
              <a:solidFill>
                <a:schemeClr val="accent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325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cap="none" dirty="0" smtClean="0">
                <a:latin typeface="Candara" panose="020E0502030303020204" pitchFamily="34" charset="0"/>
              </a:rPr>
              <a:t>30. </a:t>
            </a:r>
            <a:r>
              <a:rPr lang="en-US" sz="4000" b="1" cap="none" dirty="0">
                <a:latin typeface="Candara" panose="020E0502030303020204" pitchFamily="34" charset="0"/>
              </a:rPr>
              <a:t>A</a:t>
            </a:r>
            <a:r>
              <a:rPr lang="en-US" sz="4000" b="1" cap="none" dirty="0" smtClean="0">
                <a:latin typeface="Candara" panose="020E0502030303020204" pitchFamily="34" charset="0"/>
              </a:rPr>
              <a:t>re you telling me that God will destroy all </a:t>
            </a:r>
            <a:r>
              <a:rPr lang="en-US" sz="4000" b="1" cap="none" dirty="0">
                <a:latin typeface="Candara" panose="020E0502030303020204" pitchFamily="34" charset="0"/>
              </a:rPr>
              <a:t>S</a:t>
            </a:r>
            <a:r>
              <a:rPr lang="en-US" sz="4000" b="1" cap="none" dirty="0" smtClean="0">
                <a:latin typeface="Candara" panose="020E0502030303020204" pitchFamily="34" charset="0"/>
              </a:rPr>
              <a:t>unday keepers, this can’t happen.</a:t>
            </a:r>
            <a:endParaRPr lang="en-US" sz="4000" b="1" cap="none" dirty="0">
              <a:latin typeface="Candara" panose="020E05020303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</a:rPr>
              <a:t>Acts 17:30</a:t>
            </a:r>
          </a:p>
          <a:p>
            <a:r>
              <a:rPr lang="en-US" sz="3600" b="1" dirty="0" smtClean="0">
                <a:solidFill>
                  <a:schemeClr val="tx1"/>
                </a:solidFill>
              </a:rPr>
              <a:t>Psalm 73:27,28</a:t>
            </a:r>
            <a:endParaRPr lang="en-US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4968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Phiri\Desktop\IMG-20191215-WA001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ounded Rectangle 2"/>
          <p:cNvSpPr/>
          <p:nvPr/>
        </p:nvSpPr>
        <p:spPr>
          <a:xfrm>
            <a:off x="1148255" y="5242034"/>
            <a:ext cx="9895490" cy="1219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 smtClean="0">
                <a:latin typeface="Candara" panose="020E0502030303020204" pitchFamily="34" charset="0"/>
              </a:rPr>
              <a:t>Khalani</a:t>
            </a:r>
            <a:r>
              <a:rPr lang="en-US" sz="4000" b="1" dirty="0" smtClean="0">
                <a:latin typeface="Candara" panose="020E0502030303020204" pitchFamily="34" charset="0"/>
              </a:rPr>
              <a:t> </a:t>
            </a:r>
            <a:r>
              <a:rPr lang="en-US" sz="4000" b="1" dirty="0" err="1" smtClean="0">
                <a:latin typeface="Candara" panose="020E0502030303020204" pitchFamily="34" charset="0"/>
              </a:rPr>
              <a:t>wokondwa</a:t>
            </a:r>
            <a:r>
              <a:rPr lang="en-US" sz="4000" b="1" dirty="0" smtClean="0">
                <a:latin typeface="Candara" panose="020E0502030303020204" pitchFamily="34" charset="0"/>
              </a:rPr>
              <a:t> </a:t>
            </a:r>
            <a:r>
              <a:rPr lang="en-US" sz="4000" b="1" dirty="0" err="1" smtClean="0">
                <a:latin typeface="Candara" panose="020E0502030303020204" pitchFamily="34" charset="0"/>
              </a:rPr>
              <a:t>popembedza</a:t>
            </a:r>
            <a:r>
              <a:rPr lang="en-US" sz="4000" b="1" dirty="0" smtClean="0">
                <a:latin typeface="Candara" panose="020E0502030303020204" pitchFamily="34" charset="0"/>
              </a:rPr>
              <a:t> </a:t>
            </a:r>
            <a:r>
              <a:rPr lang="en-US" sz="4000" b="1" dirty="0" err="1" smtClean="0">
                <a:latin typeface="Candara" panose="020E0502030303020204" pitchFamily="34" charset="0"/>
              </a:rPr>
              <a:t>Mulungu</a:t>
            </a:r>
            <a:endParaRPr lang="en-US" sz="4000" b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316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Y-25-0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2085833" y="1752600"/>
            <a:ext cx="4572000" cy="3970318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600" b="1" dirty="0" err="1">
                <a:solidFill>
                  <a:schemeClr val="tx2"/>
                </a:solidFill>
                <a:latin typeface="Candara" panose="020E0502030303020204" pitchFamily="34" charset="0"/>
              </a:rPr>
              <a:t>N</a:t>
            </a:r>
            <a:r>
              <a:rPr lang="en-US" sz="3600" b="1" dirty="0" err="1" smtClean="0">
                <a:solidFill>
                  <a:schemeClr val="tx2"/>
                </a:solidFill>
                <a:latin typeface="Candara" panose="020E0502030303020204" pitchFamily="34" charset="0"/>
              </a:rPr>
              <a:t>dingadziwe</a:t>
            </a:r>
            <a:r>
              <a:rPr lang="en-US" sz="3600" b="1" dirty="0" smtClean="0">
                <a:solidFill>
                  <a:schemeClr val="tx2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tx2"/>
                </a:solidFill>
                <a:latin typeface="Candara" panose="020E0502030303020204" pitchFamily="34" charset="0"/>
              </a:rPr>
              <a:t>bwanji</a:t>
            </a:r>
            <a:r>
              <a:rPr lang="en-US" sz="3600" b="1" dirty="0" smtClean="0">
                <a:solidFill>
                  <a:schemeClr val="tx2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tx2"/>
                </a:solidFill>
                <a:latin typeface="Candara" panose="020E0502030303020204" pitchFamily="34" charset="0"/>
              </a:rPr>
              <a:t>kuti</a:t>
            </a:r>
            <a:r>
              <a:rPr lang="en-US" sz="3600" b="1" dirty="0" smtClean="0">
                <a:solidFill>
                  <a:schemeClr val="tx2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tx2"/>
                </a:solidFill>
                <a:latin typeface="Candara" panose="020E0502030303020204" pitchFamily="34" charset="0"/>
              </a:rPr>
              <a:t>machimo</a:t>
            </a:r>
            <a:r>
              <a:rPr lang="en-US" sz="3600" b="1" dirty="0" smtClean="0">
                <a:solidFill>
                  <a:schemeClr val="tx2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tx2"/>
                </a:solidFill>
                <a:latin typeface="Candara" panose="020E0502030303020204" pitchFamily="34" charset="0"/>
              </a:rPr>
              <a:t>anga</a:t>
            </a:r>
            <a:r>
              <a:rPr lang="en-US" sz="3600" b="1" dirty="0" smtClean="0">
                <a:solidFill>
                  <a:schemeClr val="tx2"/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tx2"/>
                </a:solidFill>
                <a:latin typeface="Candara" panose="020E0502030303020204" pitchFamily="34" charset="0"/>
              </a:rPr>
              <a:t>akhululukidwa</a:t>
            </a:r>
            <a:r>
              <a:rPr lang="en-US" sz="3600" b="1" dirty="0" smtClean="0">
                <a:solidFill>
                  <a:schemeClr val="tx2"/>
                </a:solidFill>
                <a:latin typeface="Candara" panose="020E0502030303020204" pitchFamily="34" charset="0"/>
              </a:rPr>
              <a:t>?</a:t>
            </a:r>
          </a:p>
          <a:p>
            <a:pPr algn="ctr">
              <a:defRPr/>
            </a:pPr>
            <a:endParaRPr lang="en-US" sz="3600" b="1" dirty="0">
              <a:solidFill>
                <a:schemeClr val="tx2"/>
              </a:solidFill>
              <a:latin typeface="Candara" panose="020E0502030303020204" pitchFamily="34" charset="0"/>
            </a:endParaRPr>
          </a:p>
          <a:p>
            <a:pPr algn="ctr">
              <a:defRPr/>
            </a:pPr>
            <a:r>
              <a:rPr lang="en-US" sz="3600" b="1" dirty="0" err="1" smtClean="0">
                <a:solidFill>
                  <a:schemeClr val="accent4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Khalani</a:t>
            </a:r>
            <a:r>
              <a:rPr lang="en-US" sz="3600" b="1" dirty="0" smtClean="0">
                <a:solidFill>
                  <a:schemeClr val="accent4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4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okonzeka</a:t>
            </a:r>
            <a:r>
              <a:rPr lang="en-US" sz="3600" b="1" dirty="0" smtClean="0">
                <a:solidFill>
                  <a:schemeClr val="accent4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4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kuyankha</a:t>
            </a:r>
            <a:r>
              <a:rPr lang="en-US" sz="3600" b="1" dirty="0" smtClean="0">
                <a:solidFill>
                  <a:schemeClr val="accent4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4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zokanila</a:t>
            </a:r>
            <a:r>
              <a:rPr lang="en-US" sz="3600" b="1" dirty="0" smtClean="0">
                <a:solidFill>
                  <a:schemeClr val="accent4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4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za</a:t>
            </a:r>
            <a:r>
              <a:rPr lang="en-US" sz="3600" b="1" dirty="0" smtClean="0">
                <a:solidFill>
                  <a:schemeClr val="accent4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 </a:t>
            </a:r>
            <a:r>
              <a:rPr lang="en-US" sz="3600" b="1" dirty="0" err="1" smtClean="0">
                <a:solidFill>
                  <a:schemeClr val="accent4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anthu</a:t>
            </a:r>
            <a:r>
              <a:rPr lang="en-US" sz="3600" b="1" dirty="0" smtClean="0">
                <a:solidFill>
                  <a:schemeClr val="accent4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 1 Petro 3:15</a:t>
            </a:r>
            <a:endParaRPr lang="en-US" sz="3600" dirty="0">
              <a:solidFill>
                <a:schemeClr val="accent4">
                  <a:lumMod val="40000"/>
                  <a:lumOff val="60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41890" y="2916621"/>
            <a:ext cx="1608082" cy="11824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rgbClr val="FFFF00"/>
                </a:solidFill>
                <a:latin typeface="Candara" panose="020E0502030303020204" pitchFamily="34" charset="0"/>
              </a:rPr>
              <a:t>The end</a:t>
            </a:r>
            <a:endParaRPr lang="en-US" sz="3600" b="1" dirty="0">
              <a:solidFill>
                <a:srgbClr val="FFFF00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054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351</TotalTime>
  <Words>796</Words>
  <Application>Microsoft Office PowerPoint</Application>
  <PresentationFormat>Widescreen</PresentationFormat>
  <Paragraphs>126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Candara</vt:lpstr>
      <vt:lpstr>Century Gothic</vt:lpstr>
      <vt:lpstr>Georgia</vt:lpstr>
      <vt:lpstr>Wingdings 3</vt:lpstr>
      <vt:lpstr>Slice</vt:lpstr>
      <vt:lpstr>Answers to the people’s objections</vt:lpstr>
      <vt:lpstr>1.   I cannot leave my church</vt:lpstr>
      <vt:lpstr>PowerPoint Presentation</vt:lpstr>
      <vt:lpstr>PowerPoint Presentation</vt:lpstr>
      <vt:lpstr>2. I cannot live if I can keep the sabbath</vt:lpstr>
      <vt:lpstr>PowerPoint Presentation</vt:lpstr>
      <vt:lpstr>3. I can lose my job if I keep the sabbath or follow this truth</vt:lpstr>
      <vt:lpstr>PowerPoint Presentation</vt:lpstr>
      <vt:lpstr>4. It is hard to keep the seventh-day and follow this truth</vt:lpstr>
      <vt:lpstr>5. I am a great sinner</vt:lpstr>
      <vt:lpstr>6. I have got fear</vt:lpstr>
      <vt:lpstr>PowerPoint Presentation</vt:lpstr>
      <vt:lpstr>7. I cant follow this truth</vt:lpstr>
      <vt:lpstr>8. I am not good enough</vt:lpstr>
      <vt:lpstr>9. People will speak of me</vt:lpstr>
      <vt:lpstr>10. My friends shall lough at me</vt:lpstr>
      <vt:lpstr>11. My father, mother, sisters, and relatives can oppose me</vt:lpstr>
      <vt:lpstr>12. My leaders disallow me</vt:lpstr>
      <vt:lpstr>13. There is one thing I fail to leave it (beer, tobacco etc)</vt:lpstr>
      <vt:lpstr>14. As for today no, may be in the future</vt:lpstr>
      <vt:lpstr>15. I wait for my husband or my wife that we should start together</vt:lpstr>
      <vt:lpstr>16. You are late I waited for a long time</vt:lpstr>
      <vt:lpstr>17. I tried at first to follow this truth but I failed</vt:lpstr>
      <vt:lpstr>18. How can I know that my sins have been forgiven?</vt:lpstr>
      <vt:lpstr>PowerPoint Presentation</vt:lpstr>
      <vt:lpstr>19. I am atleast better</vt:lpstr>
      <vt:lpstr>20. God is love we shall be saved </vt:lpstr>
      <vt:lpstr>21. There are too many hypocrites in the church I cannot enter</vt:lpstr>
      <vt:lpstr>22. I cannot leave my friends and my relatives</vt:lpstr>
      <vt:lpstr>23. It is not good to enter the church because to be a christian is your heart</vt:lpstr>
      <vt:lpstr>24. I am too old to change my life</vt:lpstr>
      <vt:lpstr>PowerPoint Presentation</vt:lpstr>
      <vt:lpstr>25. I will wait until the Holy Spirit falls upon me and is when I will follow the truth</vt:lpstr>
      <vt:lpstr>26. I can leave so many things if I follow this truth</vt:lpstr>
      <vt:lpstr>27. I cannot manage to follow this truth</vt:lpstr>
      <vt:lpstr>28. Your church has few people I cannot enter</vt:lpstr>
      <vt:lpstr>PowerPoint Presentation</vt:lpstr>
      <vt:lpstr>29. There is no difference between Saturday and Sunday</vt:lpstr>
      <vt:lpstr> Zuwa la chinkhonde na chiwiri </vt:lpstr>
      <vt:lpstr>PowerPoint Presentation</vt:lpstr>
      <vt:lpstr>30. Are you telling me that God will destroy all Sunday keepers, this can’t happen.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Answers to the people’s objections</dc:title>
  <dc:creator>Phiri</dc:creator>
  <cp:lastModifiedBy>Phiri</cp:lastModifiedBy>
  <cp:revision>41</cp:revision>
  <dcterms:created xsi:type="dcterms:W3CDTF">2024-04-01T16:24:50Z</dcterms:created>
  <dcterms:modified xsi:type="dcterms:W3CDTF">2024-04-10T12:47:58Z</dcterms:modified>
</cp:coreProperties>
</file>